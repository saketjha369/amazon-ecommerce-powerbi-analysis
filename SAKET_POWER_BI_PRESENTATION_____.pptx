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74" r:id="rId2"/>
    <p:sldId id="270" r:id="rId3"/>
    <p:sldId id="258" r:id="rId4"/>
    <p:sldId id="275" r:id="rId5"/>
    <p:sldId id="276" r:id="rId6"/>
    <p:sldId id="259" r:id="rId7"/>
    <p:sldId id="260" r:id="rId8"/>
    <p:sldId id="261" r:id="rId9"/>
    <p:sldId id="262" r:id="rId10"/>
    <p:sldId id="263" r:id="rId11"/>
    <p:sldId id="264" r:id="rId12"/>
    <p:sldId id="266" r:id="rId13"/>
    <p:sldId id="277" r:id="rId14"/>
    <p:sldId id="278"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E08896-9273-40DE-8234-DF878B83940E}" v="6" dt="2025-01-10T17:30:24.1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dal bhati" userId="41b64121da2afb2c" providerId="LiveId" clId="{19E08896-9273-40DE-8234-DF878B83940E}"/>
    <pc:docChg chg="custSel addSld delSld modSld sldOrd">
      <pc:chgData name="badal bhati" userId="41b64121da2afb2c" providerId="LiveId" clId="{19E08896-9273-40DE-8234-DF878B83940E}" dt="2025-01-11T15:37:49.301" v="725" actId="20577"/>
      <pc:docMkLst>
        <pc:docMk/>
      </pc:docMkLst>
      <pc:sldChg chg="modSp mod">
        <pc:chgData name="badal bhati" userId="41b64121da2afb2c" providerId="LiveId" clId="{19E08896-9273-40DE-8234-DF878B83940E}" dt="2025-01-11T15:22:14.295" v="496" actId="113"/>
        <pc:sldMkLst>
          <pc:docMk/>
          <pc:sldMk cId="3889815217" sldId="256"/>
        </pc:sldMkLst>
        <pc:spChg chg="mod">
          <ac:chgData name="badal bhati" userId="41b64121da2afb2c" providerId="LiveId" clId="{19E08896-9273-40DE-8234-DF878B83940E}" dt="2025-01-11T15:22:14.295" v="496" actId="113"/>
          <ac:spMkLst>
            <pc:docMk/>
            <pc:sldMk cId="3889815217" sldId="256"/>
            <ac:spMk id="2" creationId="{12BFD7DD-6EC1-49F2-6DD9-0C4DAD1637DF}"/>
          </ac:spMkLst>
        </pc:spChg>
        <pc:spChg chg="mod">
          <ac:chgData name="badal bhati" userId="41b64121da2afb2c" providerId="LiveId" clId="{19E08896-9273-40DE-8234-DF878B83940E}" dt="2025-01-10T17:34:08.867" v="438" actId="14100"/>
          <ac:spMkLst>
            <pc:docMk/>
            <pc:sldMk cId="3889815217" sldId="256"/>
            <ac:spMk id="3" creationId="{2D72BA44-6408-FA11-8F59-8E2597F074BF}"/>
          </ac:spMkLst>
        </pc:spChg>
      </pc:sldChg>
      <pc:sldChg chg="modSp mod">
        <pc:chgData name="badal bhati" userId="41b64121da2afb2c" providerId="LiveId" clId="{19E08896-9273-40DE-8234-DF878B83940E}" dt="2025-01-11T15:22:32.904" v="497" actId="113"/>
        <pc:sldMkLst>
          <pc:docMk/>
          <pc:sldMk cId="1101350250" sldId="257"/>
        </pc:sldMkLst>
        <pc:spChg chg="mod">
          <ac:chgData name="badal bhati" userId="41b64121da2afb2c" providerId="LiveId" clId="{19E08896-9273-40DE-8234-DF878B83940E}" dt="2025-01-11T15:22:32.904" v="497" actId="113"/>
          <ac:spMkLst>
            <pc:docMk/>
            <pc:sldMk cId="1101350250" sldId="257"/>
            <ac:spMk id="2" creationId="{B430A3E3-8F1E-F9D8-3505-75FF5770A7AB}"/>
          </ac:spMkLst>
        </pc:spChg>
        <pc:spChg chg="mod">
          <ac:chgData name="badal bhati" userId="41b64121da2afb2c" providerId="LiveId" clId="{19E08896-9273-40DE-8234-DF878B83940E}" dt="2025-01-10T17:30:24.158" v="417"/>
          <ac:spMkLst>
            <pc:docMk/>
            <pc:sldMk cId="1101350250" sldId="257"/>
            <ac:spMk id="3" creationId="{B9053963-F63D-BE65-22B1-DCD49EA5A3C2}"/>
          </ac:spMkLst>
        </pc:spChg>
      </pc:sldChg>
      <pc:sldChg chg="modSp mod">
        <pc:chgData name="badal bhati" userId="41b64121da2afb2c" providerId="LiveId" clId="{19E08896-9273-40DE-8234-DF878B83940E}" dt="2025-01-11T15:22:43.284" v="499" actId="113"/>
        <pc:sldMkLst>
          <pc:docMk/>
          <pc:sldMk cId="3639684556" sldId="258"/>
        </pc:sldMkLst>
        <pc:spChg chg="mod">
          <ac:chgData name="badal bhati" userId="41b64121da2afb2c" providerId="LiveId" clId="{19E08896-9273-40DE-8234-DF878B83940E}" dt="2025-01-11T15:22:43.284" v="499" actId="113"/>
          <ac:spMkLst>
            <pc:docMk/>
            <pc:sldMk cId="3639684556" sldId="258"/>
            <ac:spMk id="2" creationId="{50EC64BB-49A1-8ED4-DF14-F164647E66B4}"/>
          </ac:spMkLst>
        </pc:spChg>
        <pc:spChg chg="mod">
          <ac:chgData name="badal bhati" userId="41b64121da2afb2c" providerId="LiveId" clId="{19E08896-9273-40DE-8234-DF878B83940E}" dt="2025-01-10T17:34:47.042" v="441" actId="2711"/>
          <ac:spMkLst>
            <pc:docMk/>
            <pc:sldMk cId="3639684556" sldId="258"/>
            <ac:spMk id="3" creationId="{706519F9-11ED-16CB-8DAE-500560393E5D}"/>
          </ac:spMkLst>
        </pc:spChg>
      </pc:sldChg>
      <pc:sldChg chg="modSp mod">
        <pc:chgData name="badal bhati" userId="41b64121da2afb2c" providerId="LiveId" clId="{19E08896-9273-40DE-8234-DF878B83940E}" dt="2025-01-11T15:22:48.304" v="500" actId="113"/>
        <pc:sldMkLst>
          <pc:docMk/>
          <pc:sldMk cId="263526925" sldId="259"/>
        </pc:sldMkLst>
        <pc:spChg chg="mod">
          <ac:chgData name="badal bhati" userId="41b64121da2afb2c" providerId="LiveId" clId="{19E08896-9273-40DE-8234-DF878B83940E}" dt="2025-01-11T15:22:48.304" v="500" actId="113"/>
          <ac:spMkLst>
            <pc:docMk/>
            <pc:sldMk cId="263526925" sldId="259"/>
            <ac:spMk id="2" creationId="{3404548A-A82C-9AE8-5F2D-5330EC5ABE73}"/>
          </ac:spMkLst>
        </pc:spChg>
        <pc:spChg chg="mod">
          <ac:chgData name="badal bhati" userId="41b64121da2afb2c" providerId="LiveId" clId="{19E08896-9273-40DE-8234-DF878B83940E}" dt="2025-01-10T17:30:24.158" v="417"/>
          <ac:spMkLst>
            <pc:docMk/>
            <pc:sldMk cId="263526925" sldId="259"/>
            <ac:spMk id="3" creationId="{3C17779D-141C-BFFE-C05D-284CC6456B63}"/>
          </ac:spMkLst>
        </pc:spChg>
      </pc:sldChg>
      <pc:sldChg chg="delSp modSp mod">
        <pc:chgData name="badal bhati" userId="41b64121da2afb2c" providerId="LiveId" clId="{19E08896-9273-40DE-8234-DF878B83940E}" dt="2025-01-11T15:37:02.661" v="715" actId="14100"/>
        <pc:sldMkLst>
          <pc:docMk/>
          <pc:sldMk cId="326445160" sldId="260"/>
        </pc:sldMkLst>
        <pc:spChg chg="mod">
          <ac:chgData name="badal bhati" userId="41b64121da2afb2c" providerId="LiveId" clId="{19E08896-9273-40DE-8234-DF878B83940E}" dt="2025-01-11T15:22:54.274" v="501" actId="113"/>
          <ac:spMkLst>
            <pc:docMk/>
            <pc:sldMk cId="326445160" sldId="260"/>
            <ac:spMk id="2" creationId="{55EAF2A3-4F43-C972-0F79-34464158B9F1}"/>
          </ac:spMkLst>
        </pc:spChg>
        <pc:spChg chg="mod">
          <ac:chgData name="badal bhati" userId="41b64121da2afb2c" providerId="LiveId" clId="{19E08896-9273-40DE-8234-DF878B83940E}" dt="2025-01-11T15:36:39.011" v="708" actId="14100"/>
          <ac:spMkLst>
            <pc:docMk/>
            <pc:sldMk cId="326445160" sldId="260"/>
            <ac:spMk id="3" creationId="{5F3C95ED-23BA-C35E-0327-5D78FA4E0CB3}"/>
          </ac:spMkLst>
        </pc:spChg>
        <pc:picChg chg="mod">
          <ac:chgData name="badal bhati" userId="41b64121da2afb2c" providerId="LiveId" clId="{19E08896-9273-40DE-8234-DF878B83940E}" dt="2025-01-11T15:37:02.661" v="715" actId="14100"/>
          <ac:picMkLst>
            <pc:docMk/>
            <pc:sldMk cId="326445160" sldId="260"/>
            <ac:picMk id="4" creationId="{5BBB585E-C666-F294-92CF-70FAE78FFB78}"/>
          </ac:picMkLst>
        </pc:picChg>
        <pc:picChg chg="mod">
          <ac:chgData name="badal bhati" userId="41b64121da2afb2c" providerId="LiveId" clId="{19E08896-9273-40DE-8234-DF878B83940E}" dt="2025-01-11T15:36:52.766" v="712" actId="14100"/>
          <ac:picMkLst>
            <pc:docMk/>
            <pc:sldMk cId="326445160" sldId="260"/>
            <ac:picMk id="5" creationId="{94950AA5-F60F-1745-56D1-57AE60E56B59}"/>
          </ac:picMkLst>
        </pc:picChg>
        <pc:picChg chg="mod">
          <ac:chgData name="badal bhati" userId="41b64121da2afb2c" providerId="LiveId" clId="{19E08896-9273-40DE-8234-DF878B83940E}" dt="2025-01-11T15:36:43.043" v="709" actId="1076"/>
          <ac:picMkLst>
            <pc:docMk/>
            <pc:sldMk cId="326445160" sldId="260"/>
            <ac:picMk id="6" creationId="{CD27E662-4C57-0C7C-CE03-82D4ADE119F6}"/>
          </ac:picMkLst>
        </pc:picChg>
        <pc:picChg chg="del mod">
          <ac:chgData name="badal bhati" userId="41b64121da2afb2c" providerId="LiveId" clId="{19E08896-9273-40DE-8234-DF878B83940E}" dt="2025-01-11T15:36:19.671" v="648" actId="478"/>
          <ac:picMkLst>
            <pc:docMk/>
            <pc:sldMk cId="326445160" sldId="260"/>
            <ac:picMk id="7" creationId="{B5245FA3-504D-CE74-C8A5-82A0F553AE09}"/>
          </ac:picMkLst>
        </pc:picChg>
        <pc:picChg chg="del mod">
          <ac:chgData name="badal bhati" userId="41b64121da2afb2c" providerId="LiveId" clId="{19E08896-9273-40DE-8234-DF878B83940E}" dt="2025-01-11T15:36:22.021" v="649" actId="478"/>
          <ac:picMkLst>
            <pc:docMk/>
            <pc:sldMk cId="326445160" sldId="260"/>
            <ac:picMk id="9" creationId="{6009D452-4926-EE0D-D924-DBD9DCAF7B4C}"/>
          </ac:picMkLst>
        </pc:picChg>
        <pc:picChg chg="del mod">
          <ac:chgData name="badal bhati" userId="41b64121da2afb2c" providerId="LiveId" clId="{19E08896-9273-40DE-8234-DF878B83940E}" dt="2025-01-11T15:36:23.631" v="650" actId="478"/>
          <ac:picMkLst>
            <pc:docMk/>
            <pc:sldMk cId="326445160" sldId="260"/>
            <ac:picMk id="11" creationId="{04722295-79C3-36A4-AC86-344E99FF7D9B}"/>
          </ac:picMkLst>
        </pc:picChg>
        <pc:picChg chg="del mod">
          <ac:chgData name="badal bhati" userId="41b64121da2afb2c" providerId="LiveId" clId="{19E08896-9273-40DE-8234-DF878B83940E}" dt="2025-01-11T15:36:25.344" v="651" actId="478"/>
          <ac:picMkLst>
            <pc:docMk/>
            <pc:sldMk cId="326445160" sldId="260"/>
            <ac:picMk id="13" creationId="{F56942B0-4A3B-95A9-71F7-BD1F83997C62}"/>
          </ac:picMkLst>
        </pc:picChg>
      </pc:sldChg>
      <pc:sldChg chg="modSp mod">
        <pc:chgData name="badal bhati" userId="41b64121da2afb2c" providerId="LiveId" clId="{19E08896-9273-40DE-8234-DF878B83940E}" dt="2025-01-11T15:29:43.753" v="562" actId="255"/>
        <pc:sldMkLst>
          <pc:docMk/>
          <pc:sldMk cId="567223919" sldId="261"/>
        </pc:sldMkLst>
        <pc:spChg chg="mod">
          <ac:chgData name="badal bhati" userId="41b64121da2afb2c" providerId="LiveId" clId="{19E08896-9273-40DE-8234-DF878B83940E}" dt="2025-01-11T15:23:09.914" v="503" actId="113"/>
          <ac:spMkLst>
            <pc:docMk/>
            <pc:sldMk cId="567223919" sldId="261"/>
            <ac:spMk id="2" creationId="{5CC26F17-3C87-9463-CB72-7BF3F23A0FD9}"/>
          </ac:spMkLst>
        </pc:spChg>
        <pc:spChg chg="mod">
          <ac:chgData name="badal bhati" userId="41b64121da2afb2c" providerId="LiveId" clId="{19E08896-9273-40DE-8234-DF878B83940E}" dt="2025-01-11T15:29:43.753" v="562" actId="255"/>
          <ac:spMkLst>
            <pc:docMk/>
            <pc:sldMk cId="567223919" sldId="261"/>
            <ac:spMk id="3" creationId="{79E6CC12-1739-8229-9BED-45FD0913F6B3}"/>
          </ac:spMkLst>
        </pc:spChg>
        <pc:picChg chg="mod">
          <ac:chgData name="badal bhati" userId="41b64121da2afb2c" providerId="LiveId" clId="{19E08896-9273-40DE-8234-DF878B83940E}" dt="2025-01-11T15:27:45.763" v="544" actId="14100"/>
          <ac:picMkLst>
            <pc:docMk/>
            <pc:sldMk cId="567223919" sldId="261"/>
            <ac:picMk id="4" creationId="{7FA3FB0E-46A8-2959-6881-93A96122116C}"/>
          </ac:picMkLst>
        </pc:picChg>
        <pc:picChg chg="mod">
          <ac:chgData name="badal bhati" userId="41b64121da2afb2c" providerId="LiveId" clId="{19E08896-9273-40DE-8234-DF878B83940E}" dt="2025-01-11T15:27:52.543" v="546" actId="14100"/>
          <ac:picMkLst>
            <pc:docMk/>
            <pc:sldMk cId="567223919" sldId="261"/>
            <ac:picMk id="5" creationId="{4F27C047-E537-896B-E63C-0EF37B3BAD0F}"/>
          </ac:picMkLst>
        </pc:picChg>
      </pc:sldChg>
      <pc:sldChg chg="modSp mod">
        <pc:chgData name="badal bhati" userId="41b64121da2afb2c" providerId="LiveId" clId="{19E08896-9273-40DE-8234-DF878B83940E}" dt="2025-01-11T15:28:04.343" v="547" actId="14100"/>
        <pc:sldMkLst>
          <pc:docMk/>
          <pc:sldMk cId="899965537" sldId="262"/>
        </pc:sldMkLst>
        <pc:spChg chg="mod">
          <ac:chgData name="badal bhati" userId="41b64121da2afb2c" providerId="LiveId" clId="{19E08896-9273-40DE-8234-DF878B83940E}" dt="2025-01-11T15:23:17.254" v="504" actId="113"/>
          <ac:spMkLst>
            <pc:docMk/>
            <pc:sldMk cId="899965537" sldId="262"/>
            <ac:spMk id="2" creationId="{D7DB27E3-9B4D-90E4-C63E-C90232FC8C13}"/>
          </ac:spMkLst>
        </pc:spChg>
        <pc:picChg chg="mod">
          <ac:chgData name="badal bhati" userId="41b64121da2afb2c" providerId="LiveId" clId="{19E08896-9273-40DE-8234-DF878B83940E}" dt="2025-01-11T15:28:04.343" v="547" actId="14100"/>
          <ac:picMkLst>
            <pc:docMk/>
            <pc:sldMk cId="899965537" sldId="262"/>
            <ac:picMk id="4" creationId="{6014AE27-9252-FCF9-6655-118F0C607CA6}"/>
          </ac:picMkLst>
        </pc:picChg>
        <pc:picChg chg="mod">
          <ac:chgData name="badal bhati" userId="41b64121da2afb2c" providerId="LiveId" clId="{19E08896-9273-40DE-8234-DF878B83940E}" dt="2025-01-11T15:27:22.833" v="540" actId="14100"/>
          <ac:picMkLst>
            <pc:docMk/>
            <pc:sldMk cId="899965537" sldId="262"/>
            <ac:picMk id="5" creationId="{31DA81B3-F0B2-B78F-897A-4C80AD03DE41}"/>
          </ac:picMkLst>
        </pc:picChg>
      </pc:sldChg>
      <pc:sldChg chg="modSp mod">
        <pc:chgData name="badal bhati" userId="41b64121da2afb2c" providerId="LiveId" clId="{19E08896-9273-40DE-8234-DF878B83940E}" dt="2025-01-11T15:29:51.243" v="563" actId="5793"/>
        <pc:sldMkLst>
          <pc:docMk/>
          <pc:sldMk cId="3643371113" sldId="263"/>
        </pc:sldMkLst>
        <pc:spChg chg="mod">
          <ac:chgData name="badal bhati" userId="41b64121da2afb2c" providerId="LiveId" clId="{19E08896-9273-40DE-8234-DF878B83940E}" dt="2025-01-11T15:23:28.404" v="505" actId="113"/>
          <ac:spMkLst>
            <pc:docMk/>
            <pc:sldMk cId="3643371113" sldId="263"/>
            <ac:spMk id="2" creationId="{E54F4903-A61A-681D-2552-2FD97EE742B0}"/>
          </ac:spMkLst>
        </pc:spChg>
        <pc:spChg chg="mod">
          <ac:chgData name="badal bhati" userId="41b64121da2afb2c" providerId="LiveId" clId="{19E08896-9273-40DE-8234-DF878B83940E}" dt="2025-01-11T15:29:51.243" v="563" actId="5793"/>
          <ac:spMkLst>
            <pc:docMk/>
            <pc:sldMk cId="3643371113" sldId="263"/>
            <ac:spMk id="3" creationId="{521893AA-167D-CFDD-D467-EA1625C2B4AD}"/>
          </ac:spMkLst>
        </pc:spChg>
        <pc:picChg chg="mod">
          <ac:chgData name="badal bhati" userId="41b64121da2afb2c" providerId="LiveId" clId="{19E08896-9273-40DE-8234-DF878B83940E}" dt="2025-01-11T15:26:51.448" v="536" actId="14100"/>
          <ac:picMkLst>
            <pc:docMk/>
            <pc:sldMk cId="3643371113" sldId="263"/>
            <ac:picMk id="4" creationId="{9842BD1A-A6AF-C0F8-7FAD-1C1602967D6C}"/>
          </ac:picMkLst>
        </pc:picChg>
        <pc:picChg chg="mod">
          <ac:chgData name="badal bhati" userId="41b64121da2afb2c" providerId="LiveId" clId="{19E08896-9273-40DE-8234-DF878B83940E}" dt="2025-01-11T15:27:06.633" v="539" actId="14100"/>
          <ac:picMkLst>
            <pc:docMk/>
            <pc:sldMk cId="3643371113" sldId="263"/>
            <ac:picMk id="5" creationId="{0E3DE464-5F3E-8B8B-9824-4B5D2B8B625C}"/>
          </ac:picMkLst>
        </pc:picChg>
      </pc:sldChg>
      <pc:sldChg chg="modSp mod">
        <pc:chgData name="badal bhati" userId="41b64121da2afb2c" providerId="LiveId" clId="{19E08896-9273-40DE-8234-DF878B83940E}" dt="2025-01-11T15:26:40.299" v="535" actId="14100"/>
        <pc:sldMkLst>
          <pc:docMk/>
          <pc:sldMk cId="3876897021" sldId="264"/>
        </pc:sldMkLst>
        <pc:spChg chg="mod">
          <ac:chgData name="badal bhati" userId="41b64121da2afb2c" providerId="LiveId" clId="{19E08896-9273-40DE-8234-DF878B83940E}" dt="2025-01-11T15:23:34.181" v="506" actId="113"/>
          <ac:spMkLst>
            <pc:docMk/>
            <pc:sldMk cId="3876897021" sldId="264"/>
            <ac:spMk id="2" creationId="{93B63EB2-4D49-B774-EA46-83E269A16636}"/>
          </ac:spMkLst>
        </pc:spChg>
        <pc:spChg chg="mod">
          <ac:chgData name="badal bhati" userId="41b64121da2afb2c" providerId="LiveId" clId="{19E08896-9273-40DE-8234-DF878B83940E}" dt="2025-01-05T09:18:43.633" v="311" actId="14100"/>
          <ac:spMkLst>
            <pc:docMk/>
            <pc:sldMk cId="3876897021" sldId="264"/>
            <ac:spMk id="3" creationId="{8A528230-004E-0277-0149-A5F0BF847855}"/>
          </ac:spMkLst>
        </pc:spChg>
        <pc:picChg chg="mod">
          <ac:chgData name="badal bhati" userId="41b64121da2afb2c" providerId="LiveId" clId="{19E08896-9273-40DE-8234-DF878B83940E}" dt="2025-01-11T15:26:30.264" v="533" actId="14100"/>
          <ac:picMkLst>
            <pc:docMk/>
            <pc:sldMk cId="3876897021" sldId="264"/>
            <ac:picMk id="4" creationId="{C3F1BBD4-03C9-3EF8-72CA-D01A74A057BE}"/>
          </ac:picMkLst>
        </pc:picChg>
        <pc:picChg chg="mod">
          <ac:chgData name="badal bhati" userId="41b64121da2afb2c" providerId="LiveId" clId="{19E08896-9273-40DE-8234-DF878B83940E}" dt="2025-01-11T15:26:40.299" v="535" actId="14100"/>
          <ac:picMkLst>
            <pc:docMk/>
            <pc:sldMk cId="3876897021" sldId="264"/>
            <ac:picMk id="5" creationId="{95C20463-EBC8-216C-8CEE-5EADE95FD384}"/>
          </ac:picMkLst>
        </pc:picChg>
      </pc:sldChg>
      <pc:sldChg chg="modSp mod">
        <pc:chgData name="badal bhati" userId="41b64121da2afb2c" providerId="LiveId" clId="{19E08896-9273-40DE-8234-DF878B83940E}" dt="2025-01-11T15:30:16.842" v="565" actId="14100"/>
        <pc:sldMkLst>
          <pc:docMk/>
          <pc:sldMk cId="2391478052" sldId="265"/>
        </pc:sldMkLst>
        <pc:spChg chg="mod">
          <ac:chgData name="badal bhati" userId="41b64121da2afb2c" providerId="LiveId" clId="{19E08896-9273-40DE-8234-DF878B83940E}" dt="2025-01-11T15:23:40.734" v="507" actId="113"/>
          <ac:spMkLst>
            <pc:docMk/>
            <pc:sldMk cId="2391478052" sldId="265"/>
            <ac:spMk id="2" creationId="{EEF9A872-61AE-8BFF-3757-F19024C6588E}"/>
          </ac:spMkLst>
        </pc:spChg>
        <pc:spChg chg="mod">
          <ac:chgData name="badal bhati" userId="41b64121da2afb2c" providerId="LiveId" clId="{19E08896-9273-40DE-8234-DF878B83940E}" dt="2025-01-05T09:16:44.522" v="295" actId="14100"/>
          <ac:spMkLst>
            <pc:docMk/>
            <pc:sldMk cId="2391478052" sldId="265"/>
            <ac:spMk id="3" creationId="{68598B97-E49C-5688-4E05-45480CFB8AA4}"/>
          </ac:spMkLst>
        </pc:spChg>
        <pc:picChg chg="mod">
          <ac:chgData name="badal bhati" userId="41b64121da2afb2c" providerId="LiveId" clId="{19E08896-9273-40DE-8234-DF878B83940E}" dt="2025-01-11T15:30:13.003" v="564" actId="14100"/>
          <ac:picMkLst>
            <pc:docMk/>
            <pc:sldMk cId="2391478052" sldId="265"/>
            <ac:picMk id="4" creationId="{2732B8A3-5370-980B-ED93-26D6E18B7E70}"/>
          </ac:picMkLst>
        </pc:picChg>
        <pc:picChg chg="mod">
          <ac:chgData name="badal bhati" userId="41b64121da2afb2c" providerId="LiveId" clId="{19E08896-9273-40DE-8234-DF878B83940E}" dt="2025-01-11T15:30:16.842" v="565" actId="14100"/>
          <ac:picMkLst>
            <pc:docMk/>
            <pc:sldMk cId="2391478052" sldId="265"/>
            <ac:picMk id="5" creationId="{0F105455-8039-32BD-E5FE-DF7D77F6E500}"/>
          </ac:picMkLst>
        </pc:picChg>
      </pc:sldChg>
      <pc:sldChg chg="modSp mod">
        <pc:chgData name="badal bhati" userId="41b64121da2afb2c" providerId="LiveId" clId="{19E08896-9273-40DE-8234-DF878B83940E}" dt="2025-01-11T15:25:14.517" v="521" actId="14100"/>
        <pc:sldMkLst>
          <pc:docMk/>
          <pc:sldMk cId="1955261182" sldId="266"/>
        </pc:sldMkLst>
        <pc:spChg chg="mod">
          <ac:chgData name="badal bhati" userId="41b64121da2afb2c" providerId="LiveId" clId="{19E08896-9273-40DE-8234-DF878B83940E}" dt="2025-01-11T15:23:52.634" v="508" actId="113"/>
          <ac:spMkLst>
            <pc:docMk/>
            <pc:sldMk cId="1955261182" sldId="266"/>
            <ac:spMk id="2" creationId="{9AFAB5CF-5C81-CF06-6912-9A5B1A42C1CD}"/>
          </ac:spMkLst>
        </pc:spChg>
        <pc:picChg chg="mod">
          <ac:chgData name="badal bhati" userId="41b64121da2afb2c" providerId="LiveId" clId="{19E08896-9273-40DE-8234-DF878B83940E}" dt="2025-01-11T15:25:14.517" v="521" actId="14100"/>
          <ac:picMkLst>
            <pc:docMk/>
            <pc:sldMk cId="1955261182" sldId="266"/>
            <ac:picMk id="5" creationId="{897CD14F-B367-9EE8-546F-41678E2BF836}"/>
          </ac:picMkLst>
        </pc:picChg>
      </pc:sldChg>
      <pc:sldChg chg="modSp mod">
        <pc:chgData name="badal bhati" userId="41b64121da2afb2c" providerId="LiveId" clId="{19E08896-9273-40DE-8234-DF878B83940E}" dt="2025-01-11T15:24:59.735" v="518" actId="14100"/>
        <pc:sldMkLst>
          <pc:docMk/>
          <pc:sldMk cId="2826571371" sldId="267"/>
        </pc:sldMkLst>
        <pc:spChg chg="mod">
          <ac:chgData name="badal bhati" userId="41b64121da2afb2c" providerId="LiveId" clId="{19E08896-9273-40DE-8234-DF878B83940E}" dt="2025-01-11T15:23:57.654" v="509" actId="113"/>
          <ac:spMkLst>
            <pc:docMk/>
            <pc:sldMk cId="2826571371" sldId="267"/>
            <ac:spMk id="2" creationId="{7EC2B553-A312-760A-BF14-280A3B7CB2F6}"/>
          </ac:spMkLst>
        </pc:spChg>
        <pc:picChg chg="mod">
          <ac:chgData name="badal bhati" userId="41b64121da2afb2c" providerId="LiveId" clId="{19E08896-9273-40DE-8234-DF878B83940E}" dt="2025-01-11T15:24:59.735" v="518" actId="14100"/>
          <ac:picMkLst>
            <pc:docMk/>
            <pc:sldMk cId="2826571371" sldId="267"/>
            <ac:picMk id="5" creationId="{79AC34CB-CD2A-C276-D65E-221F08BA9C86}"/>
          </ac:picMkLst>
        </pc:picChg>
      </pc:sldChg>
      <pc:sldChg chg="modSp mod">
        <pc:chgData name="badal bhati" userId="41b64121da2afb2c" providerId="LiveId" clId="{19E08896-9273-40DE-8234-DF878B83940E}" dt="2025-01-11T15:24:40.314" v="515" actId="14100"/>
        <pc:sldMkLst>
          <pc:docMk/>
          <pc:sldMk cId="3272049173" sldId="268"/>
        </pc:sldMkLst>
        <pc:spChg chg="mod">
          <ac:chgData name="badal bhati" userId="41b64121da2afb2c" providerId="LiveId" clId="{19E08896-9273-40DE-8234-DF878B83940E}" dt="2025-01-11T15:24:03.794" v="510" actId="113"/>
          <ac:spMkLst>
            <pc:docMk/>
            <pc:sldMk cId="3272049173" sldId="268"/>
            <ac:spMk id="2" creationId="{7D9F2751-DFC5-456B-D5EE-0FF515F52B64}"/>
          </ac:spMkLst>
        </pc:spChg>
        <pc:picChg chg="mod">
          <ac:chgData name="badal bhati" userId="41b64121da2afb2c" providerId="LiveId" clId="{19E08896-9273-40DE-8234-DF878B83940E}" dt="2025-01-11T15:24:40.314" v="515" actId="14100"/>
          <ac:picMkLst>
            <pc:docMk/>
            <pc:sldMk cId="3272049173" sldId="268"/>
            <ac:picMk id="5" creationId="{14B76A4A-5614-D655-885D-72AEC170ADEF}"/>
          </ac:picMkLst>
        </pc:picChg>
      </pc:sldChg>
      <pc:sldChg chg="modSp mod">
        <pc:chgData name="badal bhati" userId="41b64121da2afb2c" providerId="LiveId" clId="{19E08896-9273-40DE-8234-DF878B83940E}" dt="2025-01-11T15:22:37.985" v="498" actId="113"/>
        <pc:sldMkLst>
          <pc:docMk/>
          <pc:sldMk cId="917190614" sldId="270"/>
        </pc:sldMkLst>
        <pc:spChg chg="mod">
          <ac:chgData name="badal bhati" userId="41b64121da2afb2c" providerId="LiveId" clId="{19E08896-9273-40DE-8234-DF878B83940E}" dt="2025-01-11T15:22:37.985" v="498" actId="113"/>
          <ac:spMkLst>
            <pc:docMk/>
            <pc:sldMk cId="917190614" sldId="270"/>
            <ac:spMk id="2" creationId="{6FF17F7E-42A2-1E16-0511-2F43B0E40BFD}"/>
          </ac:spMkLst>
        </pc:spChg>
        <pc:spChg chg="mod">
          <ac:chgData name="badal bhati" userId="41b64121da2afb2c" providerId="LiveId" clId="{19E08896-9273-40DE-8234-DF878B83940E}" dt="2025-01-10T17:30:24.158" v="417"/>
          <ac:spMkLst>
            <pc:docMk/>
            <pc:sldMk cId="917190614" sldId="270"/>
            <ac:spMk id="3" creationId="{8049D679-FEC2-B92B-24D2-3972622AB04B}"/>
          </ac:spMkLst>
        </pc:spChg>
      </pc:sldChg>
      <pc:sldChg chg="modSp mod ord">
        <pc:chgData name="badal bhati" userId="41b64121da2afb2c" providerId="LiveId" clId="{19E08896-9273-40DE-8234-DF878B83940E}" dt="2025-01-11T15:24:10.544" v="511" actId="113"/>
        <pc:sldMkLst>
          <pc:docMk/>
          <pc:sldMk cId="1654064039" sldId="271"/>
        </pc:sldMkLst>
        <pc:spChg chg="mod">
          <ac:chgData name="badal bhati" userId="41b64121da2afb2c" providerId="LiveId" clId="{19E08896-9273-40DE-8234-DF878B83940E}" dt="2025-01-11T15:24:10.544" v="511" actId="113"/>
          <ac:spMkLst>
            <pc:docMk/>
            <pc:sldMk cId="1654064039" sldId="271"/>
            <ac:spMk id="2" creationId="{DBAEC8AF-52B0-0123-5D4F-CFD6E7F852DA}"/>
          </ac:spMkLst>
        </pc:spChg>
        <pc:spChg chg="mod">
          <ac:chgData name="badal bhati" userId="41b64121da2afb2c" providerId="LiveId" clId="{19E08896-9273-40DE-8234-DF878B83940E}" dt="2025-01-10T17:30:24.158" v="417"/>
          <ac:spMkLst>
            <pc:docMk/>
            <pc:sldMk cId="1654064039" sldId="271"/>
            <ac:spMk id="3" creationId="{CE434E19-8D25-D5B1-58D7-4D74018F71F8}"/>
          </ac:spMkLst>
        </pc:spChg>
      </pc:sldChg>
      <pc:sldChg chg="modSp mod ord">
        <pc:chgData name="badal bhati" userId="41b64121da2afb2c" providerId="LiveId" clId="{19E08896-9273-40DE-8234-DF878B83940E}" dt="2025-01-11T15:24:18.789" v="512" actId="113"/>
        <pc:sldMkLst>
          <pc:docMk/>
          <pc:sldMk cId="2035641467" sldId="272"/>
        </pc:sldMkLst>
        <pc:spChg chg="mod">
          <ac:chgData name="badal bhati" userId="41b64121da2afb2c" providerId="LiveId" clId="{19E08896-9273-40DE-8234-DF878B83940E}" dt="2025-01-11T15:24:18.789" v="512" actId="113"/>
          <ac:spMkLst>
            <pc:docMk/>
            <pc:sldMk cId="2035641467" sldId="272"/>
            <ac:spMk id="2" creationId="{407B980A-5677-F17E-2232-B9ECE6CF0577}"/>
          </ac:spMkLst>
        </pc:spChg>
        <pc:spChg chg="mod">
          <ac:chgData name="badal bhati" userId="41b64121da2afb2c" providerId="LiveId" clId="{19E08896-9273-40DE-8234-DF878B83940E}" dt="2025-01-10T17:30:24.158" v="417"/>
          <ac:spMkLst>
            <pc:docMk/>
            <pc:sldMk cId="2035641467" sldId="272"/>
            <ac:spMk id="3" creationId="{D64B6A2B-D91B-5527-D5C9-AFEB85B0A261}"/>
          </ac:spMkLst>
        </pc:spChg>
      </pc:sldChg>
      <pc:sldChg chg="delSp modSp add mod">
        <pc:chgData name="badal bhati" userId="41b64121da2afb2c" providerId="LiveId" clId="{19E08896-9273-40DE-8234-DF878B83940E}" dt="2025-01-11T15:37:49.301" v="725" actId="20577"/>
        <pc:sldMkLst>
          <pc:docMk/>
          <pc:sldMk cId="978676055" sldId="273"/>
        </pc:sldMkLst>
        <pc:spChg chg="mod">
          <ac:chgData name="badal bhati" userId="41b64121da2afb2c" providerId="LiveId" clId="{19E08896-9273-40DE-8234-DF878B83940E}" dt="2025-01-11T15:23:01.474" v="502" actId="113"/>
          <ac:spMkLst>
            <pc:docMk/>
            <pc:sldMk cId="978676055" sldId="273"/>
            <ac:spMk id="2" creationId="{D1D9ABAA-F4A6-D569-2836-EC21F21C52BF}"/>
          </ac:spMkLst>
        </pc:spChg>
        <pc:spChg chg="mod">
          <ac:chgData name="badal bhati" userId="41b64121da2afb2c" providerId="LiveId" clId="{19E08896-9273-40DE-8234-DF878B83940E}" dt="2025-01-11T15:37:49.301" v="725" actId="20577"/>
          <ac:spMkLst>
            <pc:docMk/>
            <pc:sldMk cId="978676055" sldId="273"/>
            <ac:spMk id="3" creationId="{95D5E5AB-1FDB-A3AB-7B7D-69EAC0C719A6}"/>
          </ac:spMkLst>
        </pc:spChg>
        <pc:picChg chg="del">
          <ac:chgData name="badal bhati" userId="41b64121da2afb2c" providerId="LiveId" clId="{19E08896-9273-40DE-8234-DF878B83940E}" dt="2025-01-11T15:33:53.691" v="611" actId="478"/>
          <ac:picMkLst>
            <pc:docMk/>
            <pc:sldMk cId="978676055" sldId="273"/>
            <ac:picMk id="4" creationId="{5B4FB764-AB11-838C-5D6D-44D4AF678481}"/>
          </ac:picMkLst>
        </pc:picChg>
        <pc:picChg chg="del">
          <ac:chgData name="badal bhati" userId="41b64121da2afb2c" providerId="LiveId" clId="{19E08896-9273-40DE-8234-DF878B83940E}" dt="2025-01-11T15:33:22.032" v="602" actId="478"/>
          <ac:picMkLst>
            <pc:docMk/>
            <pc:sldMk cId="978676055" sldId="273"/>
            <ac:picMk id="5" creationId="{CBC9934F-227C-8136-F71C-00258CE51373}"/>
          </ac:picMkLst>
        </pc:picChg>
        <pc:picChg chg="del">
          <ac:chgData name="badal bhati" userId="41b64121da2afb2c" providerId="LiveId" clId="{19E08896-9273-40DE-8234-DF878B83940E}" dt="2025-01-11T15:33:31.122" v="603" actId="478"/>
          <ac:picMkLst>
            <pc:docMk/>
            <pc:sldMk cId="978676055" sldId="273"/>
            <ac:picMk id="6" creationId="{D8DBBEC9-C367-A302-D29C-74E3D5C2C642}"/>
          </ac:picMkLst>
        </pc:picChg>
        <pc:picChg chg="del mod">
          <ac:chgData name="badal bhati" userId="41b64121da2afb2c" providerId="LiveId" clId="{19E08896-9273-40DE-8234-DF878B83940E}" dt="2025-01-11T15:37:23.011" v="717" actId="478"/>
          <ac:picMkLst>
            <pc:docMk/>
            <pc:sldMk cId="978676055" sldId="273"/>
            <ac:picMk id="7" creationId="{1176C4A5-8263-D8E6-22DF-CCBAC8FFFC60}"/>
          </ac:picMkLst>
        </pc:picChg>
        <pc:picChg chg="mod">
          <ac:chgData name="badal bhati" userId="41b64121da2afb2c" providerId="LiveId" clId="{19E08896-9273-40DE-8234-DF878B83940E}" dt="2025-01-11T15:36:07.551" v="646" actId="14100"/>
          <ac:picMkLst>
            <pc:docMk/>
            <pc:sldMk cId="978676055" sldId="273"/>
            <ac:picMk id="9" creationId="{1A3B1F6A-6F25-C3F6-4247-9F65D66B3844}"/>
          </ac:picMkLst>
        </pc:picChg>
        <pc:picChg chg="mod">
          <ac:chgData name="badal bhati" userId="41b64121da2afb2c" providerId="LiveId" clId="{19E08896-9273-40DE-8234-DF878B83940E}" dt="2025-01-11T15:35:56.251" v="643" actId="1076"/>
          <ac:picMkLst>
            <pc:docMk/>
            <pc:sldMk cId="978676055" sldId="273"/>
            <ac:picMk id="11" creationId="{C9C054DB-D7F8-6FEA-2F7C-AAB9C866ACB4}"/>
          </ac:picMkLst>
        </pc:picChg>
        <pc:picChg chg="mod">
          <ac:chgData name="badal bhati" userId="41b64121da2afb2c" providerId="LiveId" clId="{19E08896-9273-40DE-8234-DF878B83940E}" dt="2025-01-11T15:37:31.808" v="718" actId="14100"/>
          <ac:picMkLst>
            <pc:docMk/>
            <pc:sldMk cId="978676055" sldId="273"/>
            <ac:picMk id="13" creationId="{46007F5C-494F-8061-0ACE-6BB26D6097F0}"/>
          </ac:picMkLst>
        </pc:picChg>
      </pc:sldChg>
      <pc:sldChg chg="modSp add del mod">
        <pc:chgData name="badal bhati" userId="41b64121da2afb2c" providerId="LiveId" clId="{19E08896-9273-40DE-8234-DF878B83940E}" dt="2025-01-10T17:37:04.120" v="469" actId="2696"/>
        <pc:sldMkLst>
          <pc:docMk/>
          <pc:sldMk cId="3319112990" sldId="273"/>
        </pc:sldMkLst>
        <pc:spChg chg="mod">
          <ac:chgData name="badal bhati" userId="41b64121da2afb2c" providerId="LiveId" clId="{19E08896-9273-40DE-8234-DF878B83940E}" dt="2025-01-10T17:36:07.417" v="463" actId="27636"/>
          <ac:spMkLst>
            <pc:docMk/>
            <pc:sldMk cId="3319112990" sldId="273"/>
            <ac:spMk id="3" creationId="{40F78BE7-296D-3A9D-C5FD-75CA6D8DBF59}"/>
          </ac:spMkLst>
        </pc:spChg>
        <pc:picChg chg="mod">
          <ac:chgData name="badal bhati" userId="41b64121da2afb2c" providerId="LiveId" clId="{19E08896-9273-40DE-8234-DF878B83940E}" dt="2025-01-10T17:36:24.237" v="467" actId="14100"/>
          <ac:picMkLst>
            <pc:docMk/>
            <pc:sldMk cId="3319112990" sldId="273"/>
            <ac:picMk id="4" creationId="{AE27E7D9-A2D3-12BD-6529-22CBE62EDC7B}"/>
          </ac:picMkLst>
        </pc:picChg>
        <pc:picChg chg="mod">
          <ac:chgData name="badal bhati" userId="41b64121da2afb2c" providerId="LiveId" clId="{19E08896-9273-40DE-8234-DF878B83940E}" dt="2025-01-10T17:36:18.237" v="465" actId="1076"/>
          <ac:picMkLst>
            <pc:docMk/>
            <pc:sldMk cId="3319112990" sldId="273"/>
            <ac:picMk id="5" creationId="{3FA4E6FC-22F6-45BA-7441-92D1F0B69953}"/>
          </ac:picMkLst>
        </pc:picChg>
        <pc:picChg chg="mod">
          <ac:chgData name="badal bhati" userId="41b64121da2afb2c" providerId="LiveId" clId="{19E08896-9273-40DE-8234-DF878B83940E}" dt="2025-01-10T17:36:30.022" v="468" actId="14100"/>
          <ac:picMkLst>
            <pc:docMk/>
            <pc:sldMk cId="3319112990" sldId="273"/>
            <ac:picMk id="6" creationId="{5E563353-18A7-0BD9-3FA2-0E8ABFA2519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A6DB1-F96B-25A3-C413-C4BD28EEC6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76EB0F-E5E0-F0A7-EF6B-FBC5A25A65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B476226-31F5-7CCF-C4CE-9109210DE650}"/>
              </a:ext>
            </a:extLst>
          </p:cNvPr>
          <p:cNvSpPr>
            <a:spLocks noGrp="1"/>
          </p:cNvSpPr>
          <p:nvPr>
            <p:ph type="dt" sz="half" idx="10"/>
          </p:nvPr>
        </p:nvSpPr>
        <p:spPr/>
        <p:txBody>
          <a:bodyPr/>
          <a:lstStyle/>
          <a:p>
            <a:fld id="{DAAC1DBE-C672-4477-AE8E-F2156DBE5038}" type="datetimeFigureOut">
              <a:rPr lang="en-IN" smtClean="0"/>
              <a:t>26-09-2026</a:t>
            </a:fld>
            <a:endParaRPr lang="en-IN"/>
          </a:p>
        </p:txBody>
      </p:sp>
      <p:sp>
        <p:nvSpPr>
          <p:cNvPr id="5" name="Footer Placeholder 4">
            <a:extLst>
              <a:ext uri="{FF2B5EF4-FFF2-40B4-BE49-F238E27FC236}">
                <a16:creationId xmlns:a16="http://schemas.microsoft.com/office/drawing/2014/main" id="{3B82929B-DB26-F205-D792-6ED6011130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9FFEB6-B27B-2383-EF45-849DE5E653E5}"/>
              </a:ext>
            </a:extLst>
          </p:cNvPr>
          <p:cNvSpPr>
            <a:spLocks noGrp="1"/>
          </p:cNvSpPr>
          <p:nvPr>
            <p:ph type="sldNum" sz="quarter" idx="12"/>
          </p:nvPr>
        </p:nvSpPr>
        <p:spPr/>
        <p:txBody>
          <a:bodyPr/>
          <a:lstStyle/>
          <a:p>
            <a:fld id="{38E19097-27EB-4617-AC3E-05821F264937}" type="slidenum">
              <a:rPr lang="en-IN" smtClean="0"/>
              <a:t>‹#›</a:t>
            </a:fld>
            <a:endParaRPr lang="en-IN"/>
          </a:p>
        </p:txBody>
      </p:sp>
    </p:spTree>
    <p:extLst>
      <p:ext uri="{BB962C8B-B14F-4D97-AF65-F5344CB8AC3E}">
        <p14:creationId xmlns:p14="http://schemas.microsoft.com/office/powerpoint/2010/main" val="149848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5536B-19DB-9BE5-8ADA-0654AACF28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AD996A-17FB-41B9-E2A9-A5E94D3375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2D5A56-9A23-7F66-D8C0-C34F139BD78B}"/>
              </a:ext>
            </a:extLst>
          </p:cNvPr>
          <p:cNvSpPr>
            <a:spLocks noGrp="1"/>
          </p:cNvSpPr>
          <p:nvPr>
            <p:ph type="dt" sz="half" idx="10"/>
          </p:nvPr>
        </p:nvSpPr>
        <p:spPr/>
        <p:txBody>
          <a:bodyPr/>
          <a:lstStyle/>
          <a:p>
            <a:fld id="{DAAC1DBE-C672-4477-AE8E-F2156DBE5038}" type="datetimeFigureOut">
              <a:rPr lang="en-IN" smtClean="0"/>
              <a:t>26-09-2026</a:t>
            </a:fld>
            <a:endParaRPr lang="en-IN"/>
          </a:p>
        </p:txBody>
      </p:sp>
      <p:sp>
        <p:nvSpPr>
          <p:cNvPr id="5" name="Footer Placeholder 4">
            <a:extLst>
              <a:ext uri="{FF2B5EF4-FFF2-40B4-BE49-F238E27FC236}">
                <a16:creationId xmlns:a16="http://schemas.microsoft.com/office/drawing/2014/main" id="{F254D3CD-9D03-9EA4-5ACC-C21CF601EC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34070C-3AAA-9FD3-68E7-78E433734AD2}"/>
              </a:ext>
            </a:extLst>
          </p:cNvPr>
          <p:cNvSpPr>
            <a:spLocks noGrp="1"/>
          </p:cNvSpPr>
          <p:nvPr>
            <p:ph type="sldNum" sz="quarter" idx="12"/>
          </p:nvPr>
        </p:nvSpPr>
        <p:spPr/>
        <p:txBody>
          <a:bodyPr/>
          <a:lstStyle/>
          <a:p>
            <a:fld id="{38E19097-27EB-4617-AC3E-05821F264937}" type="slidenum">
              <a:rPr lang="en-IN" smtClean="0"/>
              <a:t>‹#›</a:t>
            </a:fld>
            <a:endParaRPr lang="en-IN"/>
          </a:p>
        </p:txBody>
      </p:sp>
    </p:spTree>
    <p:extLst>
      <p:ext uri="{BB962C8B-B14F-4D97-AF65-F5344CB8AC3E}">
        <p14:creationId xmlns:p14="http://schemas.microsoft.com/office/powerpoint/2010/main" val="1169922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FFD39-0A97-6E23-3330-14098B6A97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BE80CDC-BAD4-FCFE-3D08-6761EAD4F6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A90ADE-3F31-0926-C01D-C19AFC60FA21}"/>
              </a:ext>
            </a:extLst>
          </p:cNvPr>
          <p:cNvSpPr>
            <a:spLocks noGrp="1"/>
          </p:cNvSpPr>
          <p:nvPr>
            <p:ph type="dt" sz="half" idx="10"/>
          </p:nvPr>
        </p:nvSpPr>
        <p:spPr/>
        <p:txBody>
          <a:bodyPr/>
          <a:lstStyle/>
          <a:p>
            <a:fld id="{DAAC1DBE-C672-4477-AE8E-F2156DBE5038}" type="datetimeFigureOut">
              <a:rPr lang="en-IN" smtClean="0"/>
              <a:t>26-09-2026</a:t>
            </a:fld>
            <a:endParaRPr lang="en-IN"/>
          </a:p>
        </p:txBody>
      </p:sp>
      <p:sp>
        <p:nvSpPr>
          <p:cNvPr id="5" name="Footer Placeholder 4">
            <a:extLst>
              <a:ext uri="{FF2B5EF4-FFF2-40B4-BE49-F238E27FC236}">
                <a16:creationId xmlns:a16="http://schemas.microsoft.com/office/drawing/2014/main" id="{428F9061-6DF1-7690-5375-AB96FAE9C0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BDAF26-8365-CBA0-3D02-2076220DC13A}"/>
              </a:ext>
            </a:extLst>
          </p:cNvPr>
          <p:cNvSpPr>
            <a:spLocks noGrp="1"/>
          </p:cNvSpPr>
          <p:nvPr>
            <p:ph type="sldNum" sz="quarter" idx="12"/>
          </p:nvPr>
        </p:nvSpPr>
        <p:spPr/>
        <p:txBody>
          <a:bodyPr/>
          <a:lstStyle/>
          <a:p>
            <a:fld id="{38E19097-27EB-4617-AC3E-05821F264937}" type="slidenum">
              <a:rPr lang="en-IN" smtClean="0"/>
              <a:t>‹#›</a:t>
            </a:fld>
            <a:endParaRPr lang="en-IN"/>
          </a:p>
        </p:txBody>
      </p:sp>
    </p:spTree>
    <p:extLst>
      <p:ext uri="{BB962C8B-B14F-4D97-AF65-F5344CB8AC3E}">
        <p14:creationId xmlns:p14="http://schemas.microsoft.com/office/powerpoint/2010/main" val="3872306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B8126-21F8-09F7-24CC-4FB14FC609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C1F612-65AA-8379-8CE1-D3C8359BF1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B3F0EA2-7FC4-C844-E68E-8CBF2D3043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961C23A-7DD1-DC10-6FC2-2CB933CB7682}"/>
              </a:ext>
            </a:extLst>
          </p:cNvPr>
          <p:cNvSpPr>
            <a:spLocks noGrp="1"/>
          </p:cNvSpPr>
          <p:nvPr>
            <p:ph type="dt" sz="half" idx="10"/>
          </p:nvPr>
        </p:nvSpPr>
        <p:spPr/>
        <p:txBody>
          <a:bodyPr/>
          <a:lstStyle/>
          <a:p>
            <a:fld id="{DAAC1DBE-C672-4477-AE8E-F2156DBE5038}" type="datetimeFigureOut">
              <a:rPr lang="en-IN" smtClean="0"/>
              <a:t>26-09-2026</a:t>
            </a:fld>
            <a:endParaRPr lang="en-IN"/>
          </a:p>
        </p:txBody>
      </p:sp>
      <p:sp>
        <p:nvSpPr>
          <p:cNvPr id="6" name="Footer Placeholder 5">
            <a:extLst>
              <a:ext uri="{FF2B5EF4-FFF2-40B4-BE49-F238E27FC236}">
                <a16:creationId xmlns:a16="http://schemas.microsoft.com/office/drawing/2014/main" id="{C680CBD4-96DE-02D2-05C6-9B8AD4A0A0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D3213C-2459-28D0-32AD-F761C301BEC5}"/>
              </a:ext>
            </a:extLst>
          </p:cNvPr>
          <p:cNvSpPr>
            <a:spLocks noGrp="1"/>
          </p:cNvSpPr>
          <p:nvPr>
            <p:ph type="sldNum" sz="quarter" idx="12"/>
          </p:nvPr>
        </p:nvSpPr>
        <p:spPr/>
        <p:txBody>
          <a:bodyPr/>
          <a:lstStyle/>
          <a:p>
            <a:fld id="{38E19097-27EB-4617-AC3E-05821F264937}" type="slidenum">
              <a:rPr lang="en-IN" smtClean="0"/>
              <a:t>‹#›</a:t>
            </a:fld>
            <a:endParaRPr lang="en-IN"/>
          </a:p>
        </p:txBody>
      </p:sp>
    </p:spTree>
    <p:extLst>
      <p:ext uri="{BB962C8B-B14F-4D97-AF65-F5344CB8AC3E}">
        <p14:creationId xmlns:p14="http://schemas.microsoft.com/office/powerpoint/2010/main" val="2131982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3979F-DED9-2A9F-BC22-CBEEF99AB3C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991CD4-D6B0-C684-A36A-7E776935A1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73F72D-370C-726E-755D-DCB4B4ED2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83E924C-FC78-EB33-001A-FBE55A84F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0F7145-BC71-DE92-5A69-7A92517979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09B7041-1EFA-2703-A9CA-F108047B9667}"/>
              </a:ext>
            </a:extLst>
          </p:cNvPr>
          <p:cNvSpPr>
            <a:spLocks noGrp="1"/>
          </p:cNvSpPr>
          <p:nvPr>
            <p:ph type="dt" sz="half" idx="10"/>
          </p:nvPr>
        </p:nvSpPr>
        <p:spPr/>
        <p:txBody>
          <a:bodyPr/>
          <a:lstStyle/>
          <a:p>
            <a:fld id="{DAAC1DBE-C672-4477-AE8E-F2156DBE5038}" type="datetimeFigureOut">
              <a:rPr lang="en-IN" smtClean="0"/>
              <a:t>26-09-2026</a:t>
            </a:fld>
            <a:endParaRPr lang="en-IN"/>
          </a:p>
        </p:txBody>
      </p:sp>
      <p:sp>
        <p:nvSpPr>
          <p:cNvPr id="8" name="Footer Placeholder 7">
            <a:extLst>
              <a:ext uri="{FF2B5EF4-FFF2-40B4-BE49-F238E27FC236}">
                <a16:creationId xmlns:a16="http://schemas.microsoft.com/office/drawing/2014/main" id="{AA4AC4D9-69A8-4E42-A5C7-90024C7F006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C552580-39C8-DB02-0811-EE877987C153}"/>
              </a:ext>
            </a:extLst>
          </p:cNvPr>
          <p:cNvSpPr>
            <a:spLocks noGrp="1"/>
          </p:cNvSpPr>
          <p:nvPr>
            <p:ph type="sldNum" sz="quarter" idx="12"/>
          </p:nvPr>
        </p:nvSpPr>
        <p:spPr/>
        <p:txBody>
          <a:bodyPr/>
          <a:lstStyle/>
          <a:p>
            <a:fld id="{38E19097-27EB-4617-AC3E-05821F264937}" type="slidenum">
              <a:rPr lang="en-IN" smtClean="0"/>
              <a:t>‹#›</a:t>
            </a:fld>
            <a:endParaRPr lang="en-IN"/>
          </a:p>
        </p:txBody>
      </p:sp>
    </p:spTree>
    <p:extLst>
      <p:ext uri="{BB962C8B-B14F-4D97-AF65-F5344CB8AC3E}">
        <p14:creationId xmlns:p14="http://schemas.microsoft.com/office/powerpoint/2010/main" val="941265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2D166-1D7A-9FA6-E2B9-A946DF38CCA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114B65F-4C47-A2A0-EF64-D3D01E09D323}"/>
              </a:ext>
            </a:extLst>
          </p:cNvPr>
          <p:cNvSpPr>
            <a:spLocks noGrp="1"/>
          </p:cNvSpPr>
          <p:nvPr>
            <p:ph type="dt" sz="half" idx="10"/>
          </p:nvPr>
        </p:nvSpPr>
        <p:spPr/>
        <p:txBody>
          <a:bodyPr/>
          <a:lstStyle/>
          <a:p>
            <a:fld id="{DAAC1DBE-C672-4477-AE8E-F2156DBE5038}" type="datetimeFigureOut">
              <a:rPr lang="en-IN" smtClean="0"/>
              <a:t>26-09-2026</a:t>
            </a:fld>
            <a:endParaRPr lang="en-IN"/>
          </a:p>
        </p:txBody>
      </p:sp>
      <p:sp>
        <p:nvSpPr>
          <p:cNvPr id="4" name="Footer Placeholder 3">
            <a:extLst>
              <a:ext uri="{FF2B5EF4-FFF2-40B4-BE49-F238E27FC236}">
                <a16:creationId xmlns:a16="http://schemas.microsoft.com/office/drawing/2014/main" id="{FE36E1CB-C7D5-9165-4116-9260674BE8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467BC3F-B178-96AA-6B0B-45EBFED36B74}"/>
              </a:ext>
            </a:extLst>
          </p:cNvPr>
          <p:cNvSpPr>
            <a:spLocks noGrp="1"/>
          </p:cNvSpPr>
          <p:nvPr>
            <p:ph type="sldNum" sz="quarter" idx="12"/>
          </p:nvPr>
        </p:nvSpPr>
        <p:spPr/>
        <p:txBody>
          <a:bodyPr/>
          <a:lstStyle/>
          <a:p>
            <a:fld id="{38E19097-27EB-4617-AC3E-05821F264937}" type="slidenum">
              <a:rPr lang="en-IN" smtClean="0"/>
              <a:t>‹#›</a:t>
            </a:fld>
            <a:endParaRPr lang="en-IN"/>
          </a:p>
        </p:txBody>
      </p:sp>
    </p:spTree>
    <p:extLst>
      <p:ext uri="{BB962C8B-B14F-4D97-AF65-F5344CB8AC3E}">
        <p14:creationId xmlns:p14="http://schemas.microsoft.com/office/powerpoint/2010/main" val="3062938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15B43A-8543-07DB-994A-770A81AA543C}"/>
              </a:ext>
            </a:extLst>
          </p:cNvPr>
          <p:cNvSpPr>
            <a:spLocks noGrp="1"/>
          </p:cNvSpPr>
          <p:nvPr>
            <p:ph type="dt" sz="half" idx="10"/>
          </p:nvPr>
        </p:nvSpPr>
        <p:spPr/>
        <p:txBody>
          <a:bodyPr/>
          <a:lstStyle/>
          <a:p>
            <a:fld id="{DAAC1DBE-C672-4477-AE8E-F2156DBE5038}" type="datetimeFigureOut">
              <a:rPr lang="en-IN" smtClean="0"/>
              <a:t>26-09-2026</a:t>
            </a:fld>
            <a:endParaRPr lang="en-IN"/>
          </a:p>
        </p:txBody>
      </p:sp>
      <p:sp>
        <p:nvSpPr>
          <p:cNvPr id="3" name="Footer Placeholder 2">
            <a:extLst>
              <a:ext uri="{FF2B5EF4-FFF2-40B4-BE49-F238E27FC236}">
                <a16:creationId xmlns:a16="http://schemas.microsoft.com/office/drawing/2014/main" id="{6B5CC36B-61A8-6CC9-6A0F-107DBE8733E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CD38259-5225-415A-A45C-625C0E1BCAD9}"/>
              </a:ext>
            </a:extLst>
          </p:cNvPr>
          <p:cNvSpPr>
            <a:spLocks noGrp="1"/>
          </p:cNvSpPr>
          <p:nvPr>
            <p:ph type="sldNum" sz="quarter" idx="12"/>
          </p:nvPr>
        </p:nvSpPr>
        <p:spPr/>
        <p:txBody>
          <a:bodyPr/>
          <a:lstStyle/>
          <a:p>
            <a:fld id="{38E19097-27EB-4617-AC3E-05821F264937}" type="slidenum">
              <a:rPr lang="en-IN" smtClean="0"/>
              <a:t>‹#›</a:t>
            </a:fld>
            <a:endParaRPr lang="en-IN"/>
          </a:p>
        </p:txBody>
      </p:sp>
    </p:spTree>
    <p:extLst>
      <p:ext uri="{BB962C8B-B14F-4D97-AF65-F5344CB8AC3E}">
        <p14:creationId xmlns:p14="http://schemas.microsoft.com/office/powerpoint/2010/main" val="877711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DECA-5CAF-2AB6-F03F-22E074DBB1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20CDA35-FACD-7B5A-52E8-225C16F1A1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DAAAEC7-54EA-C557-15E8-00BD43EB6F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8D0138-8664-4893-BDCB-56DEBA3DCE87}"/>
              </a:ext>
            </a:extLst>
          </p:cNvPr>
          <p:cNvSpPr>
            <a:spLocks noGrp="1"/>
          </p:cNvSpPr>
          <p:nvPr>
            <p:ph type="dt" sz="half" idx="10"/>
          </p:nvPr>
        </p:nvSpPr>
        <p:spPr/>
        <p:txBody>
          <a:bodyPr/>
          <a:lstStyle/>
          <a:p>
            <a:fld id="{DAAC1DBE-C672-4477-AE8E-F2156DBE5038}" type="datetimeFigureOut">
              <a:rPr lang="en-IN" smtClean="0"/>
              <a:t>26-09-2026</a:t>
            </a:fld>
            <a:endParaRPr lang="en-IN"/>
          </a:p>
        </p:txBody>
      </p:sp>
      <p:sp>
        <p:nvSpPr>
          <p:cNvPr id="6" name="Footer Placeholder 5">
            <a:extLst>
              <a:ext uri="{FF2B5EF4-FFF2-40B4-BE49-F238E27FC236}">
                <a16:creationId xmlns:a16="http://schemas.microsoft.com/office/drawing/2014/main" id="{F49B6EEE-AEC0-D234-CBCF-E439B770D6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198A49-FA53-A18F-84DB-42D0C8C230ED}"/>
              </a:ext>
            </a:extLst>
          </p:cNvPr>
          <p:cNvSpPr>
            <a:spLocks noGrp="1"/>
          </p:cNvSpPr>
          <p:nvPr>
            <p:ph type="sldNum" sz="quarter" idx="12"/>
          </p:nvPr>
        </p:nvSpPr>
        <p:spPr/>
        <p:txBody>
          <a:bodyPr/>
          <a:lstStyle/>
          <a:p>
            <a:fld id="{38E19097-27EB-4617-AC3E-05821F264937}" type="slidenum">
              <a:rPr lang="en-IN" smtClean="0"/>
              <a:t>‹#›</a:t>
            </a:fld>
            <a:endParaRPr lang="en-IN"/>
          </a:p>
        </p:txBody>
      </p:sp>
    </p:spTree>
    <p:extLst>
      <p:ext uri="{BB962C8B-B14F-4D97-AF65-F5344CB8AC3E}">
        <p14:creationId xmlns:p14="http://schemas.microsoft.com/office/powerpoint/2010/main" val="3129793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AA203-3AAF-D7D0-6630-8BF550874E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BC370DD-115F-8485-6F5A-388C5B23D9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9233211-AEC6-D27D-5669-3240360D3C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C7B311-2D9D-22C3-3A20-E71FDB92CDC0}"/>
              </a:ext>
            </a:extLst>
          </p:cNvPr>
          <p:cNvSpPr>
            <a:spLocks noGrp="1"/>
          </p:cNvSpPr>
          <p:nvPr>
            <p:ph type="dt" sz="half" idx="10"/>
          </p:nvPr>
        </p:nvSpPr>
        <p:spPr/>
        <p:txBody>
          <a:bodyPr/>
          <a:lstStyle/>
          <a:p>
            <a:fld id="{DAAC1DBE-C672-4477-AE8E-F2156DBE5038}" type="datetimeFigureOut">
              <a:rPr lang="en-IN" smtClean="0"/>
              <a:t>26-09-2026</a:t>
            </a:fld>
            <a:endParaRPr lang="en-IN"/>
          </a:p>
        </p:txBody>
      </p:sp>
      <p:sp>
        <p:nvSpPr>
          <p:cNvPr id="6" name="Footer Placeholder 5">
            <a:extLst>
              <a:ext uri="{FF2B5EF4-FFF2-40B4-BE49-F238E27FC236}">
                <a16:creationId xmlns:a16="http://schemas.microsoft.com/office/drawing/2014/main" id="{5D44AAB2-7EFC-DCB9-983B-2822048787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B92E48-A2F1-40F5-D7CB-747EE404EF55}"/>
              </a:ext>
            </a:extLst>
          </p:cNvPr>
          <p:cNvSpPr>
            <a:spLocks noGrp="1"/>
          </p:cNvSpPr>
          <p:nvPr>
            <p:ph type="sldNum" sz="quarter" idx="12"/>
          </p:nvPr>
        </p:nvSpPr>
        <p:spPr/>
        <p:txBody>
          <a:bodyPr/>
          <a:lstStyle/>
          <a:p>
            <a:fld id="{38E19097-27EB-4617-AC3E-05821F264937}" type="slidenum">
              <a:rPr lang="en-IN" smtClean="0"/>
              <a:t>‹#›</a:t>
            </a:fld>
            <a:endParaRPr lang="en-IN"/>
          </a:p>
        </p:txBody>
      </p:sp>
    </p:spTree>
    <p:extLst>
      <p:ext uri="{BB962C8B-B14F-4D97-AF65-F5344CB8AC3E}">
        <p14:creationId xmlns:p14="http://schemas.microsoft.com/office/powerpoint/2010/main" val="372823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A0951-03A2-3C95-246E-4DBA7923302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22B5C6-DAB0-C257-825C-D5E898BF3B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F3C96B-951C-3C82-F8FF-50BDD873EF0D}"/>
              </a:ext>
            </a:extLst>
          </p:cNvPr>
          <p:cNvSpPr>
            <a:spLocks noGrp="1"/>
          </p:cNvSpPr>
          <p:nvPr>
            <p:ph type="dt" sz="half" idx="10"/>
          </p:nvPr>
        </p:nvSpPr>
        <p:spPr/>
        <p:txBody>
          <a:bodyPr/>
          <a:lstStyle/>
          <a:p>
            <a:fld id="{DAAC1DBE-C672-4477-AE8E-F2156DBE5038}" type="datetimeFigureOut">
              <a:rPr lang="en-IN" smtClean="0"/>
              <a:t>26-09-2026</a:t>
            </a:fld>
            <a:endParaRPr lang="en-IN"/>
          </a:p>
        </p:txBody>
      </p:sp>
      <p:sp>
        <p:nvSpPr>
          <p:cNvPr id="5" name="Footer Placeholder 4">
            <a:extLst>
              <a:ext uri="{FF2B5EF4-FFF2-40B4-BE49-F238E27FC236}">
                <a16:creationId xmlns:a16="http://schemas.microsoft.com/office/drawing/2014/main" id="{0511E571-A321-2281-6A28-09775B3C11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BDDEA4-4FFB-B203-089E-CCC0A636F2AB}"/>
              </a:ext>
            </a:extLst>
          </p:cNvPr>
          <p:cNvSpPr>
            <a:spLocks noGrp="1"/>
          </p:cNvSpPr>
          <p:nvPr>
            <p:ph type="sldNum" sz="quarter" idx="12"/>
          </p:nvPr>
        </p:nvSpPr>
        <p:spPr/>
        <p:txBody>
          <a:bodyPr/>
          <a:lstStyle/>
          <a:p>
            <a:fld id="{38E19097-27EB-4617-AC3E-05821F264937}" type="slidenum">
              <a:rPr lang="en-IN" smtClean="0"/>
              <a:t>‹#›</a:t>
            </a:fld>
            <a:endParaRPr lang="en-IN"/>
          </a:p>
        </p:txBody>
      </p:sp>
    </p:spTree>
    <p:extLst>
      <p:ext uri="{BB962C8B-B14F-4D97-AF65-F5344CB8AC3E}">
        <p14:creationId xmlns:p14="http://schemas.microsoft.com/office/powerpoint/2010/main" val="269292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8939DE-D513-F7C9-B289-47E8FFFD6B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6F120E-9F31-3A04-8757-0ADD9A819B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C7D445-15D0-F8C6-9A34-89C65FF9138D}"/>
              </a:ext>
            </a:extLst>
          </p:cNvPr>
          <p:cNvSpPr>
            <a:spLocks noGrp="1"/>
          </p:cNvSpPr>
          <p:nvPr>
            <p:ph type="dt" sz="half" idx="10"/>
          </p:nvPr>
        </p:nvSpPr>
        <p:spPr/>
        <p:txBody>
          <a:bodyPr/>
          <a:lstStyle/>
          <a:p>
            <a:fld id="{DAAC1DBE-C672-4477-AE8E-F2156DBE5038}" type="datetimeFigureOut">
              <a:rPr lang="en-IN" smtClean="0"/>
              <a:t>26-09-2026</a:t>
            </a:fld>
            <a:endParaRPr lang="en-IN"/>
          </a:p>
        </p:txBody>
      </p:sp>
      <p:sp>
        <p:nvSpPr>
          <p:cNvPr id="5" name="Footer Placeholder 4">
            <a:extLst>
              <a:ext uri="{FF2B5EF4-FFF2-40B4-BE49-F238E27FC236}">
                <a16:creationId xmlns:a16="http://schemas.microsoft.com/office/drawing/2014/main" id="{85C17E72-FBA0-E2E1-089B-A63B9A4187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B461D3-40BE-4B8F-9FB8-5805E8F6A2CA}"/>
              </a:ext>
            </a:extLst>
          </p:cNvPr>
          <p:cNvSpPr>
            <a:spLocks noGrp="1"/>
          </p:cNvSpPr>
          <p:nvPr>
            <p:ph type="sldNum" sz="quarter" idx="12"/>
          </p:nvPr>
        </p:nvSpPr>
        <p:spPr/>
        <p:txBody>
          <a:bodyPr/>
          <a:lstStyle/>
          <a:p>
            <a:fld id="{38E19097-27EB-4617-AC3E-05821F264937}" type="slidenum">
              <a:rPr lang="en-IN" smtClean="0"/>
              <a:t>‹#›</a:t>
            </a:fld>
            <a:endParaRPr lang="en-IN"/>
          </a:p>
        </p:txBody>
      </p:sp>
    </p:spTree>
    <p:extLst>
      <p:ext uri="{BB962C8B-B14F-4D97-AF65-F5344CB8AC3E}">
        <p14:creationId xmlns:p14="http://schemas.microsoft.com/office/powerpoint/2010/main" val="1002243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CF5730-E51F-C3B3-0363-B2F47B0F6A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D45061F-1FC1-86F0-F80B-FE758193A2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7176DD-3D4E-C451-CDFD-A33AC4E1D6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AC1DBE-C672-4477-AE8E-F2156DBE5038}" type="datetimeFigureOut">
              <a:rPr lang="en-IN" smtClean="0"/>
              <a:t>26-09-2026</a:t>
            </a:fld>
            <a:endParaRPr lang="en-IN"/>
          </a:p>
        </p:txBody>
      </p:sp>
      <p:sp>
        <p:nvSpPr>
          <p:cNvPr id="5" name="Footer Placeholder 4">
            <a:extLst>
              <a:ext uri="{FF2B5EF4-FFF2-40B4-BE49-F238E27FC236}">
                <a16:creationId xmlns:a16="http://schemas.microsoft.com/office/drawing/2014/main" id="{BE96BAB6-1FE7-C104-099C-34EA545295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6E2FF53-E675-82A2-8136-166473E79D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E19097-27EB-4617-AC3E-05821F264937}" type="slidenum">
              <a:rPr lang="en-IN" smtClean="0"/>
              <a:t>‹#›</a:t>
            </a:fld>
            <a:endParaRPr lang="en-IN"/>
          </a:p>
        </p:txBody>
      </p:sp>
    </p:spTree>
    <p:extLst>
      <p:ext uri="{BB962C8B-B14F-4D97-AF65-F5344CB8AC3E}">
        <p14:creationId xmlns:p14="http://schemas.microsoft.com/office/powerpoint/2010/main" val="3985038955"/>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freemiumicons.com/icon/database-table-icon/" TargetMode="External"/><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hyperlink" Target="https://www.iconfinder.com/icons/11788794/data_preprocessing_icon" TargetMode="Externa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63F63-8EFD-CF68-1DC4-8FB246EF6F3A}"/>
              </a:ext>
            </a:extLst>
          </p:cNvPr>
          <p:cNvSpPr>
            <a:spLocks noGrp="1"/>
          </p:cNvSpPr>
          <p:nvPr>
            <p:ph type="ctrTitle"/>
          </p:nvPr>
        </p:nvSpPr>
        <p:spPr>
          <a:xfrm>
            <a:off x="1524000" y="234340"/>
            <a:ext cx="9144000" cy="2387600"/>
          </a:xfrm>
        </p:spPr>
        <p:txBody>
          <a:bodyPr/>
          <a:lstStyle/>
          <a:p>
            <a:r>
              <a:rPr lang="en-IN" b="1" dirty="0">
                <a:solidFill>
                  <a:schemeClr val="accent1">
                    <a:lumMod val="75000"/>
                  </a:schemeClr>
                </a:solidFill>
                <a:latin typeface="Palatino Linotype" panose="02040502050505030304" pitchFamily="18" charset="0"/>
              </a:rPr>
              <a:t>Amazon E-Commerce Performance Analysis</a:t>
            </a:r>
          </a:p>
        </p:txBody>
      </p:sp>
      <p:sp>
        <p:nvSpPr>
          <p:cNvPr id="3" name="Subtitle 2">
            <a:extLst>
              <a:ext uri="{FF2B5EF4-FFF2-40B4-BE49-F238E27FC236}">
                <a16:creationId xmlns:a16="http://schemas.microsoft.com/office/drawing/2014/main" id="{E0FA2517-6322-E09E-A03F-9E2EEAF51922}"/>
              </a:ext>
            </a:extLst>
          </p:cNvPr>
          <p:cNvSpPr>
            <a:spLocks noGrp="1"/>
          </p:cNvSpPr>
          <p:nvPr>
            <p:ph type="subTitle" idx="1"/>
          </p:nvPr>
        </p:nvSpPr>
        <p:spPr>
          <a:xfrm>
            <a:off x="1524000" y="2801509"/>
            <a:ext cx="9144000" cy="827881"/>
          </a:xfrm>
        </p:spPr>
        <p:txBody>
          <a:bodyPr/>
          <a:lstStyle/>
          <a:p>
            <a:r>
              <a:rPr lang="en-US" i="1" dirty="0">
                <a:solidFill>
                  <a:schemeClr val="accent1">
                    <a:lumMod val="75000"/>
                  </a:schemeClr>
                </a:solidFill>
              </a:rPr>
              <a:t>Business Insights &amp; Recommendations using Power BI</a:t>
            </a:r>
            <a:endParaRPr lang="en-IN" dirty="0">
              <a:solidFill>
                <a:schemeClr val="accent1">
                  <a:lumMod val="75000"/>
                </a:schemeClr>
              </a:solidFill>
            </a:endParaRPr>
          </a:p>
        </p:txBody>
      </p:sp>
      <p:pic>
        <p:nvPicPr>
          <p:cNvPr id="5" name="Picture 4">
            <a:extLst>
              <a:ext uri="{FF2B5EF4-FFF2-40B4-BE49-F238E27FC236}">
                <a16:creationId xmlns:a16="http://schemas.microsoft.com/office/drawing/2014/main" id="{6DEFCEC5-0245-F517-1B3A-DDB670BA87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5669" y="3217984"/>
            <a:ext cx="3776297" cy="2900759"/>
          </a:xfrm>
          <a:prstGeom prst="rect">
            <a:avLst/>
          </a:prstGeom>
        </p:spPr>
      </p:pic>
      <p:sp>
        <p:nvSpPr>
          <p:cNvPr id="6" name="TextBox 5">
            <a:extLst>
              <a:ext uri="{FF2B5EF4-FFF2-40B4-BE49-F238E27FC236}">
                <a16:creationId xmlns:a16="http://schemas.microsoft.com/office/drawing/2014/main" id="{5C69DC8D-8CEF-C1B6-971B-161392A090E4}"/>
              </a:ext>
            </a:extLst>
          </p:cNvPr>
          <p:cNvSpPr txBox="1"/>
          <p:nvPr/>
        </p:nvSpPr>
        <p:spPr>
          <a:xfrm>
            <a:off x="9284676" y="5934670"/>
            <a:ext cx="290732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1" u="none" strike="noStrike" kern="1200" cap="none" spc="0" normalizeH="0" baseline="0" noProof="0" dirty="0">
              <a:ln>
                <a:noFill/>
              </a:ln>
              <a:solidFill>
                <a:prstClr val="black">
                  <a:lumMod val="75000"/>
                  <a:lumOff val="25000"/>
                </a:prstClr>
              </a:solidFill>
              <a:effectLst/>
              <a:uLnTx/>
              <a:uFillTx/>
              <a:latin typeface="Bookman Old Style" panose="020506040505050202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Rectangle: Rounded Corners 3">
            <a:extLst>
              <a:ext uri="{FF2B5EF4-FFF2-40B4-BE49-F238E27FC236}">
                <a16:creationId xmlns:a16="http://schemas.microsoft.com/office/drawing/2014/main" id="{DC26143C-69DF-CCE2-B6F3-4D86E9467F6F}"/>
              </a:ext>
            </a:extLst>
          </p:cNvPr>
          <p:cNvSpPr/>
          <p:nvPr/>
        </p:nvSpPr>
        <p:spPr>
          <a:xfrm>
            <a:off x="4035669" y="5486400"/>
            <a:ext cx="3879299" cy="75708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600" dirty="0"/>
              <a:t>SAKET KUMAR JHA</a:t>
            </a:r>
          </a:p>
        </p:txBody>
      </p:sp>
    </p:spTree>
    <p:extLst>
      <p:ext uri="{BB962C8B-B14F-4D97-AF65-F5344CB8AC3E}">
        <p14:creationId xmlns:p14="http://schemas.microsoft.com/office/powerpoint/2010/main" val="1965615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17F7E-42A2-1E16-0511-2F43B0E40BFD}"/>
              </a:ext>
            </a:extLst>
          </p:cNvPr>
          <p:cNvSpPr>
            <a:spLocks noGrp="1"/>
          </p:cNvSpPr>
          <p:nvPr>
            <p:ph type="title"/>
          </p:nvPr>
        </p:nvSpPr>
        <p:spPr/>
        <p:txBody>
          <a:bodyPr/>
          <a:lstStyle/>
          <a:p>
            <a:pPr algn="ctr"/>
            <a:r>
              <a:rPr lang="en-IN" b="1" dirty="0">
                <a:solidFill>
                  <a:schemeClr val="accent1">
                    <a:lumMod val="75000"/>
                  </a:schemeClr>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8049D679-FEC2-B92B-24D2-3972622AB04B}"/>
              </a:ext>
            </a:extLst>
          </p:cNvPr>
          <p:cNvSpPr>
            <a:spLocks noGrp="1"/>
          </p:cNvSpPr>
          <p:nvPr>
            <p:ph idx="1"/>
          </p:nvPr>
        </p:nvSpPr>
        <p:spPr/>
        <p:txBody>
          <a:bodyPr>
            <a:normAutofit/>
          </a:bodyPr>
          <a:lstStyle/>
          <a:p>
            <a:r>
              <a:rPr lang="en-US" sz="2000" dirty="0"/>
              <a:t>Amazon is a leading global e-commerce company that provides a wide variety of products and services, including online retail, cloud computing, and digital entertainment. Known for its strong focus on customer satisfaction, advanced technology, and efficient delivery network, Amazon has transformed the online shopping experience by making it simple, reliable, and easily accessible to customers around the world.</a:t>
            </a:r>
          </a:p>
        </p:txBody>
      </p:sp>
    </p:spTree>
    <p:extLst>
      <p:ext uri="{BB962C8B-B14F-4D97-AF65-F5344CB8AC3E}">
        <p14:creationId xmlns:p14="http://schemas.microsoft.com/office/powerpoint/2010/main" val="917190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C64BB-49A1-8ED4-DF14-F164647E66B4}"/>
              </a:ext>
            </a:extLst>
          </p:cNvPr>
          <p:cNvSpPr>
            <a:spLocks noGrp="1"/>
          </p:cNvSpPr>
          <p:nvPr>
            <p:ph type="title"/>
          </p:nvPr>
        </p:nvSpPr>
        <p:spPr/>
        <p:txBody>
          <a:bodyPr/>
          <a:lstStyle/>
          <a:p>
            <a:pPr algn="ctr"/>
            <a:r>
              <a:rPr lang="en-US" sz="4400" b="1"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PROBLEM STATEMENT</a:t>
            </a:r>
            <a:endParaRPr lang="en-IN"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6519F9-11ED-16CB-8DAE-500560393E5D}"/>
              </a:ext>
            </a:extLst>
          </p:cNvPr>
          <p:cNvSpPr>
            <a:spLocks noGrp="1"/>
          </p:cNvSpPr>
          <p:nvPr>
            <p:ph idx="1"/>
          </p:nvPr>
        </p:nvSpPr>
        <p:spPr/>
        <p:txBody>
          <a:bodyPr/>
          <a:lstStyle/>
          <a:p>
            <a:r>
              <a:rPr lang="en-US" sz="2000" dirty="0"/>
              <a:t>Amazon is an e-commerce company that is currently performing well. The stakeholders want to maintain this strong performance while also improving it by introducing new strategies.</a:t>
            </a:r>
          </a:p>
          <a:p>
            <a:r>
              <a:rPr lang="en-US" sz="2000" dirty="0"/>
              <a:t>In addition to offering discounts and Prime membership benefits, the company is looking for new ways to identify and reward customers and further improve their overall shopping experience.</a:t>
            </a:r>
          </a:p>
          <a:p>
            <a:endParaRPr lang="en-IN" dirty="0"/>
          </a:p>
        </p:txBody>
      </p:sp>
    </p:spTree>
    <p:extLst>
      <p:ext uri="{BB962C8B-B14F-4D97-AF65-F5344CB8AC3E}">
        <p14:creationId xmlns:p14="http://schemas.microsoft.com/office/powerpoint/2010/main" val="3639684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F0355-F082-37F3-CDD5-137D5D8CE5DA}"/>
              </a:ext>
            </a:extLst>
          </p:cNvPr>
          <p:cNvSpPr>
            <a:spLocks noGrp="1"/>
          </p:cNvSpPr>
          <p:nvPr>
            <p:ph type="title"/>
          </p:nvPr>
        </p:nvSpPr>
        <p:spPr>
          <a:xfrm>
            <a:off x="838200" y="18256"/>
            <a:ext cx="10515600" cy="746676"/>
          </a:xfrm>
        </p:spPr>
        <p:txBody>
          <a:bodyPr/>
          <a:lstStyle/>
          <a:p>
            <a:pPr algn="ctr"/>
            <a:r>
              <a:rPr lang="en-IN" b="1" dirty="0">
                <a:solidFill>
                  <a:schemeClr val="accent1">
                    <a:lumMod val="75000"/>
                  </a:schemeClr>
                </a:solidFill>
                <a:latin typeface="Times New Roman" panose="02020603050405020304" pitchFamily="18" charset="0"/>
                <a:cs typeface="Times New Roman" panose="02020603050405020304" pitchFamily="18" charset="0"/>
              </a:rPr>
              <a:t>Data Overview</a:t>
            </a:r>
          </a:p>
        </p:txBody>
      </p:sp>
      <p:sp>
        <p:nvSpPr>
          <p:cNvPr id="3" name="Content Placeholder 2">
            <a:extLst>
              <a:ext uri="{FF2B5EF4-FFF2-40B4-BE49-F238E27FC236}">
                <a16:creationId xmlns:a16="http://schemas.microsoft.com/office/drawing/2014/main" id="{89D10E1E-F6AB-F998-615E-B819C7E66AF5}"/>
              </a:ext>
            </a:extLst>
          </p:cNvPr>
          <p:cNvSpPr>
            <a:spLocks noGrp="1"/>
          </p:cNvSpPr>
          <p:nvPr>
            <p:ph idx="1"/>
          </p:nvPr>
        </p:nvSpPr>
        <p:spPr>
          <a:xfrm>
            <a:off x="536331" y="1166202"/>
            <a:ext cx="10817469" cy="3502514"/>
          </a:xfrm>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Dataset</a:t>
            </a:r>
            <a:r>
              <a:rPr lang="en-US" sz="2000" dirty="0">
                <a:latin typeface="Times New Roman" panose="02020603050405020304" pitchFamily="18" charset="0"/>
                <a:cs typeface="Times New Roman" panose="02020603050405020304" pitchFamily="18" charset="0"/>
              </a:rPr>
              <a:t>: Amazon E-Commerce (Orders </a:t>
            </a:r>
            <a:r>
              <a:rPr lang="en-IN" sz="2000" dirty="0"/>
              <a:t>&amp;</a:t>
            </a:r>
            <a:r>
              <a:rPr lang="en-US" sz="2000" dirty="0">
                <a:latin typeface="Times New Roman" panose="02020603050405020304" pitchFamily="18" charset="0"/>
                <a:cs typeface="Times New Roman" panose="02020603050405020304" pitchFamily="18" charset="0"/>
              </a:rPr>
              <a:t> Customers)</a:t>
            </a:r>
          </a:p>
          <a:p>
            <a:pPr marL="0" indent="0" algn="just">
              <a:buNone/>
            </a:pPr>
            <a:r>
              <a:rPr lang="en-US" sz="2000" b="1" dirty="0">
                <a:latin typeface="Times New Roman" panose="02020603050405020304" pitchFamily="18" charset="0"/>
                <a:cs typeface="Times New Roman" panose="02020603050405020304" pitchFamily="18" charset="0"/>
              </a:rPr>
              <a:t>Size</a:t>
            </a:r>
            <a:r>
              <a:rPr lang="en-US" sz="2000" dirty="0">
                <a:latin typeface="Times New Roman" panose="02020603050405020304" pitchFamily="18" charset="0"/>
                <a:cs typeface="Times New Roman" panose="02020603050405020304" pitchFamily="18" charset="0"/>
              </a:rPr>
              <a:t>: ~1,000+ records across multiple tables</a:t>
            </a:r>
          </a:p>
          <a:p>
            <a:pPr marL="0" indent="0" algn="just">
              <a:buNone/>
            </a:pPr>
            <a:r>
              <a:rPr lang="en-IN" sz="2000" b="1" dirty="0">
                <a:latin typeface="Times New Roman" panose="02020603050405020304" pitchFamily="18" charset="0"/>
                <a:cs typeface="Times New Roman" panose="02020603050405020304" pitchFamily="18" charset="0"/>
              </a:rPr>
              <a:t>Tables &amp; Key Fields</a:t>
            </a:r>
            <a:r>
              <a:rPr lang="en-IN" sz="2000" dirty="0">
                <a:latin typeface="Times New Roman" panose="02020603050405020304" pitchFamily="18" charset="0"/>
                <a:cs typeface="Times New Roman" panose="02020603050405020304" pitchFamily="18" charset="0"/>
              </a:rPr>
              <a:t>:</a:t>
            </a:r>
          </a:p>
          <a:p>
            <a:pPr marL="514350" indent="-514350" algn="just">
              <a:buFont typeface="+mj-lt"/>
              <a:buAutoNum type="arabicPeriod"/>
            </a:pPr>
            <a:r>
              <a:rPr lang="en-IN"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Orders</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OrderID</a:t>
            </a:r>
            <a:r>
              <a:rPr lang="en-US" sz="2000" dirty="0">
                <a:latin typeface="Times New Roman" panose="02020603050405020304" pitchFamily="18" charset="0"/>
                <a:cs typeface="Times New Roman" panose="02020603050405020304" pitchFamily="18" charset="0"/>
              </a:rPr>
              <a:t>, Date, Status, Sale Price</a:t>
            </a:r>
          </a:p>
          <a:p>
            <a:pPr marL="514350" indent="-514350" algn="just">
              <a:buFont typeface="+mj-lt"/>
              <a:buAutoNum type="arabicPeriod"/>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Customers</a:t>
            </a:r>
            <a:r>
              <a:rPr lang="en-US" sz="2000" dirty="0">
                <a:latin typeface="Times New Roman" panose="02020603050405020304" pitchFamily="18" charset="0"/>
                <a:cs typeface="Times New Roman" panose="02020603050405020304" pitchFamily="18" charset="0"/>
              </a:rPr>
              <a:t> → CustomerID, Location, Purchase History</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IN" sz="2000" b="1" dirty="0">
                <a:latin typeface="Times New Roman" panose="02020603050405020304" pitchFamily="18" charset="0"/>
                <a:cs typeface="Times New Roman" panose="02020603050405020304" pitchFamily="18" charset="0"/>
              </a:rPr>
              <a:t>Preprocessing</a:t>
            </a:r>
            <a:r>
              <a:rPr lang="en-US" sz="2000" dirty="0">
                <a:latin typeface="Times New Roman" panose="02020603050405020304" pitchFamily="18" charset="0"/>
                <a:cs typeface="Times New Roman" panose="02020603050405020304" pitchFamily="18" charset="0"/>
              </a:rPr>
              <a:t>: Cleaned duplicates, fixed missing values, standardized dates &amp; prices</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0598562-11BE-25FD-13A2-FAC51B4398A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627575" y="4668716"/>
            <a:ext cx="2488045" cy="2070511"/>
          </a:xfrm>
          <a:prstGeom prst="rect">
            <a:avLst/>
          </a:prstGeom>
        </p:spPr>
      </p:pic>
      <p:pic>
        <p:nvPicPr>
          <p:cNvPr id="9" name="Picture 8">
            <a:extLst>
              <a:ext uri="{FF2B5EF4-FFF2-40B4-BE49-F238E27FC236}">
                <a16:creationId xmlns:a16="http://schemas.microsoft.com/office/drawing/2014/main" id="{CFB0A4D6-5F6D-019D-CCED-782792FD53C8}"/>
              </a:ext>
            </a:extLst>
          </p:cNvPr>
          <p:cNvPicPr>
            <a:picLocks noChangeAspect="1"/>
          </p:cNvPicPr>
          <p:nvPr/>
        </p:nvPicPr>
        <p:blipFill>
          <a:blip r:embed="rId4" cstate="hq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0" y="4958862"/>
            <a:ext cx="2083777" cy="1880882"/>
          </a:xfrm>
          <a:prstGeom prst="rect">
            <a:avLst/>
          </a:prstGeom>
        </p:spPr>
      </p:pic>
    </p:spTree>
    <p:extLst>
      <p:ext uri="{BB962C8B-B14F-4D97-AF65-F5344CB8AC3E}">
        <p14:creationId xmlns:p14="http://schemas.microsoft.com/office/powerpoint/2010/main" val="3904540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B69E2-C043-3431-051A-4DFA32C22586}"/>
              </a:ext>
            </a:extLst>
          </p:cNvPr>
          <p:cNvSpPr>
            <a:spLocks noGrp="1"/>
          </p:cNvSpPr>
          <p:nvPr>
            <p:ph type="title"/>
          </p:nvPr>
        </p:nvSpPr>
        <p:spPr>
          <a:xfrm>
            <a:off x="838200" y="18255"/>
            <a:ext cx="10515600" cy="852183"/>
          </a:xfrm>
        </p:spPr>
        <p:txBody>
          <a:bodyPr/>
          <a:lstStyle/>
          <a:p>
            <a:pPr algn="ctr"/>
            <a:r>
              <a:rPr lang="en-IN" b="1" dirty="0">
                <a:solidFill>
                  <a:schemeClr val="accent1">
                    <a:lumMod val="75000"/>
                  </a:schemeClr>
                </a:solidFill>
                <a:latin typeface="Times New Roman" panose="02020603050405020304" pitchFamily="18" charset="0"/>
                <a:cs typeface="Times New Roman" panose="02020603050405020304" pitchFamily="18" charset="0"/>
              </a:rPr>
              <a:t>Tools &amp; Analysis Focus</a:t>
            </a:r>
          </a:p>
        </p:txBody>
      </p:sp>
      <p:sp>
        <p:nvSpPr>
          <p:cNvPr id="3" name="Content Placeholder 2">
            <a:extLst>
              <a:ext uri="{FF2B5EF4-FFF2-40B4-BE49-F238E27FC236}">
                <a16:creationId xmlns:a16="http://schemas.microsoft.com/office/drawing/2014/main" id="{1CBFB2B7-985A-0D1F-62E4-6331F29210AF}"/>
              </a:ext>
            </a:extLst>
          </p:cNvPr>
          <p:cNvSpPr>
            <a:spLocks noGrp="1"/>
          </p:cNvSpPr>
          <p:nvPr>
            <p:ph idx="1"/>
          </p:nvPr>
        </p:nvSpPr>
        <p:spPr>
          <a:xfrm>
            <a:off x="1447800" y="1200031"/>
            <a:ext cx="8427720" cy="3676769"/>
          </a:xfrm>
        </p:spPr>
        <p:txBody>
          <a:bodyPr>
            <a:normAutofit/>
          </a:bodyPr>
          <a:lstStyle/>
          <a:p>
            <a:pPr marL="0" indent="0">
              <a:buNone/>
            </a:pPr>
            <a:r>
              <a:rPr lang="en-IN" sz="2000" b="1" dirty="0">
                <a:latin typeface="Times New Roman" panose="02020603050405020304" pitchFamily="18" charset="0"/>
                <a:cs typeface="Times New Roman" panose="02020603050405020304" pitchFamily="18" charset="0"/>
              </a:rPr>
              <a:t>Tools Used</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SQL</a:t>
            </a:r>
            <a:r>
              <a:rPr lang="en-IN" sz="2000" dirty="0">
                <a:latin typeface="Times New Roman" panose="02020603050405020304" pitchFamily="18" charset="0"/>
                <a:cs typeface="Times New Roman" panose="02020603050405020304" pitchFamily="18" charset="0"/>
              </a:rPr>
              <a:t> – Data extraction, transformation, table joins.</a:t>
            </a:r>
          </a:p>
          <a:p>
            <a:r>
              <a:rPr lang="en-IN" sz="2000" b="1" dirty="0">
                <a:latin typeface="Times New Roman" panose="02020603050405020304" pitchFamily="18" charset="0"/>
                <a:cs typeface="Times New Roman" panose="02020603050405020304" pitchFamily="18" charset="0"/>
              </a:rPr>
              <a:t>Excel</a:t>
            </a:r>
            <a:r>
              <a:rPr lang="en-IN" sz="2000" dirty="0">
                <a:latin typeface="Times New Roman" panose="02020603050405020304" pitchFamily="18" charset="0"/>
                <a:cs typeface="Times New Roman" panose="02020603050405020304" pitchFamily="18" charset="0"/>
              </a:rPr>
              <a:t> – Quick exploration &amp; validation checks.</a:t>
            </a:r>
          </a:p>
          <a:p>
            <a:r>
              <a:rPr lang="en-IN" sz="2000" b="1" dirty="0">
                <a:latin typeface="Times New Roman" panose="02020603050405020304" pitchFamily="18" charset="0"/>
                <a:cs typeface="Times New Roman" panose="02020603050405020304" pitchFamily="18" charset="0"/>
              </a:rPr>
              <a:t>Power BI</a:t>
            </a:r>
            <a:r>
              <a:rPr lang="en-IN" sz="2000" dirty="0">
                <a:latin typeface="Times New Roman" panose="02020603050405020304" pitchFamily="18" charset="0"/>
                <a:cs typeface="Times New Roman" panose="02020603050405020304" pitchFamily="18" charset="0"/>
              </a:rPr>
              <a:t> – Dashboards, DAX calculations, visuals.</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Analysis Focus</a:t>
            </a:r>
          </a:p>
          <a:p>
            <a:r>
              <a:rPr lang="en-IN" sz="2000" dirty="0"/>
              <a:t>Cleaned and prepared data</a:t>
            </a:r>
          </a:p>
          <a:p>
            <a:r>
              <a:rPr lang="en-US" sz="2000" dirty="0"/>
              <a:t>Analyzed patterns (sales, returns, customer behavior)</a:t>
            </a:r>
          </a:p>
          <a:p>
            <a:r>
              <a:rPr lang="en-US" sz="2000" dirty="0"/>
              <a:t>Built interactive dashboard to derive insights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0295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4548A-A82C-9AE8-5F2D-5330EC5ABE73}"/>
              </a:ext>
            </a:extLst>
          </p:cNvPr>
          <p:cNvSpPr>
            <a:spLocks noGrp="1"/>
          </p:cNvSpPr>
          <p:nvPr>
            <p:ph type="title"/>
          </p:nvPr>
        </p:nvSpPr>
        <p:spPr/>
        <p:txBody>
          <a:bodyPr>
            <a:normAutofit/>
          </a:bodyPr>
          <a:lstStyle/>
          <a:p>
            <a:pPr algn="ctr"/>
            <a:r>
              <a:rPr lang="en-US" b="1"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APPROACH</a:t>
            </a:r>
            <a:endParaRPr lang="en-IN"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C17779D-141C-BFFE-C05D-284CC6456B63}"/>
              </a:ext>
            </a:extLst>
          </p:cNvPr>
          <p:cNvSpPr>
            <a:spLocks noGrp="1"/>
          </p:cNvSpPr>
          <p:nvPr>
            <p:ph idx="1"/>
          </p:nvPr>
        </p:nvSpPr>
        <p:spPr/>
        <p:txBody>
          <a:bodyPr/>
          <a:lstStyle/>
          <a:p>
            <a:r>
              <a:rPr lang="en-US" sz="2000" dirty="0">
                <a:ea typeface="Calibri" panose="020F0502020204030204" pitchFamily="34" charset="0"/>
                <a:cs typeface="Calibri" panose="020F0502020204030204" pitchFamily="34" charset="0"/>
              </a:rPr>
              <a:t>Revenue Distribution Analysis</a:t>
            </a:r>
          </a:p>
          <a:p>
            <a:r>
              <a:rPr lang="en-US" sz="2000" dirty="0">
                <a:ea typeface="Calibri" panose="020F0502020204030204" pitchFamily="34" charset="0"/>
                <a:cs typeface="Calibri" panose="020F0502020204030204" pitchFamily="34" charset="0"/>
              </a:rPr>
              <a:t>Periodic And Geographical Analysis</a:t>
            </a:r>
          </a:p>
          <a:p>
            <a:r>
              <a:rPr lang="en-US" sz="2000" dirty="0">
                <a:ea typeface="Calibri" panose="020F0502020204030204" pitchFamily="34" charset="0"/>
                <a:cs typeface="Calibri" panose="020F0502020204030204" pitchFamily="34" charset="0"/>
              </a:rPr>
              <a:t>Product Analysis</a:t>
            </a:r>
          </a:p>
          <a:p>
            <a:r>
              <a:rPr lang="en-US" sz="2000" dirty="0">
                <a:ea typeface="Calibri" panose="020F0502020204030204" pitchFamily="34" charset="0"/>
                <a:cs typeface="Calibri" panose="020F0502020204030204" pitchFamily="34" charset="0"/>
              </a:rPr>
              <a:t>Customer Satisfaction Analysis</a:t>
            </a:r>
          </a:p>
        </p:txBody>
      </p:sp>
    </p:spTree>
    <p:extLst>
      <p:ext uri="{BB962C8B-B14F-4D97-AF65-F5344CB8AC3E}">
        <p14:creationId xmlns:p14="http://schemas.microsoft.com/office/powerpoint/2010/main" val="263526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F2A3-4F43-C972-0F79-34464158B9F1}"/>
              </a:ext>
            </a:extLst>
          </p:cNvPr>
          <p:cNvSpPr>
            <a:spLocks noGrp="1"/>
          </p:cNvSpPr>
          <p:nvPr>
            <p:ph type="title"/>
          </p:nvPr>
        </p:nvSpPr>
        <p:spPr/>
        <p:txBody>
          <a:bodyPr/>
          <a:lstStyle/>
          <a:p>
            <a:pPr algn="ctr"/>
            <a:r>
              <a:rPr lang="en-US" b="1" dirty="0">
                <a:solidFill>
                  <a:schemeClr val="accent1">
                    <a:lumMod val="75000"/>
                  </a:schemeClr>
                </a:solidFill>
                <a:latin typeface="Times New Roman" panose="02020603050405020304" pitchFamily="18" charset="0"/>
                <a:cs typeface="Times New Roman" panose="02020603050405020304" pitchFamily="18" charset="0"/>
              </a:rPr>
              <a:t>KEY PERFORMING INDICATORS</a:t>
            </a:r>
            <a:endParaRPr lang="en-IN"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F3C95ED-23BA-C35E-0327-5D78FA4E0CB3}"/>
              </a:ext>
            </a:extLst>
          </p:cNvPr>
          <p:cNvSpPr>
            <a:spLocks noGrp="1"/>
          </p:cNvSpPr>
          <p:nvPr>
            <p:ph idx="1"/>
          </p:nvPr>
        </p:nvSpPr>
        <p:spPr>
          <a:xfrm>
            <a:off x="838200" y="1701138"/>
            <a:ext cx="4459394" cy="4846320"/>
          </a:xfrm>
        </p:spPr>
        <p:txBody>
          <a:bodyPr>
            <a:normAutofit/>
          </a:bodyPr>
          <a:lstStyle/>
          <a:p>
            <a:r>
              <a:rPr lang="en-US" sz="2000" dirty="0"/>
              <a:t>The total revenue generated </a:t>
            </a:r>
          </a:p>
          <a:p>
            <a:pPr marL="0" indent="0">
              <a:buNone/>
            </a:pPr>
            <a:endParaRPr lang="en-US" sz="2000" dirty="0"/>
          </a:p>
          <a:p>
            <a:pPr marL="0" indent="0">
              <a:buNone/>
            </a:pPr>
            <a:endParaRPr lang="en-US" sz="2000" dirty="0"/>
          </a:p>
          <a:p>
            <a:pPr marL="0" indent="0">
              <a:buNone/>
            </a:pPr>
            <a:endParaRPr lang="en-US" sz="2000" dirty="0"/>
          </a:p>
          <a:p>
            <a:r>
              <a:rPr lang="en-US" sz="2000" dirty="0"/>
              <a:t>The total number of Unique Products </a:t>
            </a:r>
          </a:p>
          <a:p>
            <a:pPr marL="0" indent="0">
              <a:buNone/>
            </a:pPr>
            <a:endParaRPr lang="en-US" sz="2000" dirty="0"/>
          </a:p>
          <a:p>
            <a:pPr marL="0" indent="0">
              <a:buNone/>
            </a:pPr>
            <a:endParaRPr lang="en-US" sz="2000" dirty="0"/>
          </a:p>
          <a:p>
            <a:pPr marL="0" indent="0">
              <a:buNone/>
            </a:pPr>
            <a:endParaRPr lang="en-US" sz="2000" dirty="0"/>
          </a:p>
          <a:p>
            <a:r>
              <a:rPr lang="en-US" sz="2000" dirty="0"/>
              <a:t>Total Products Returned</a:t>
            </a:r>
          </a:p>
          <a:p>
            <a:pPr marL="0" indent="0">
              <a:buNone/>
            </a:pPr>
            <a:endParaRPr lang="en-US" sz="2000" dirty="0"/>
          </a:p>
          <a:p>
            <a:pPr marL="0" indent="0">
              <a:buNone/>
            </a:pPr>
            <a:endParaRPr lang="en-US" sz="2000" dirty="0"/>
          </a:p>
          <a:p>
            <a:pPr marL="0" indent="0">
              <a:buNone/>
            </a:pPr>
            <a:endParaRPr lang="en-US" sz="2000" dirty="0"/>
          </a:p>
        </p:txBody>
      </p:sp>
      <p:sp>
        <p:nvSpPr>
          <p:cNvPr id="7" name="Content Placeholder 2">
            <a:extLst>
              <a:ext uri="{FF2B5EF4-FFF2-40B4-BE49-F238E27FC236}">
                <a16:creationId xmlns:a16="http://schemas.microsoft.com/office/drawing/2014/main" id="{95D5E5AB-1FDB-A3AB-7B7D-69EAC0C719A6}"/>
              </a:ext>
            </a:extLst>
          </p:cNvPr>
          <p:cNvSpPr txBox="1">
            <a:spLocks/>
          </p:cNvSpPr>
          <p:nvPr/>
        </p:nvSpPr>
        <p:spPr>
          <a:xfrm>
            <a:off x="5880099" y="1701138"/>
            <a:ext cx="5445439" cy="48668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Average Delivery Time taken to deliver the products.</a:t>
            </a:r>
          </a:p>
          <a:p>
            <a:endParaRPr lang="en-US" sz="2000" dirty="0"/>
          </a:p>
          <a:p>
            <a:pPr marL="0" indent="0">
              <a:buFont typeface="Arial" panose="020B0604020202020204" pitchFamily="34" charset="0"/>
              <a:buNone/>
            </a:pPr>
            <a:endParaRPr lang="en-US" sz="2000" dirty="0"/>
          </a:p>
          <a:p>
            <a:r>
              <a:rPr lang="en-US" sz="2000" dirty="0"/>
              <a:t>Overall Average Rating </a:t>
            </a:r>
          </a:p>
          <a:p>
            <a:pPr marL="0" indent="0">
              <a:buFont typeface="Arial" panose="020B0604020202020204" pitchFamily="34" charset="0"/>
              <a:buNone/>
            </a:pPr>
            <a:endParaRPr lang="en-US" sz="2000" dirty="0"/>
          </a:p>
          <a:p>
            <a:endParaRPr lang="en-US" sz="2000" dirty="0"/>
          </a:p>
          <a:p>
            <a:pPr marL="0" indent="0">
              <a:buFont typeface="Arial" panose="020B0604020202020204" pitchFamily="34" charset="0"/>
              <a:buNone/>
            </a:pPr>
            <a:endParaRPr lang="en-US" sz="2000" dirty="0"/>
          </a:p>
          <a:p>
            <a:r>
              <a:rPr lang="en-US" sz="2000" dirty="0"/>
              <a:t>Total Number of Order Quantity.</a:t>
            </a:r>
          </a:p>
        </p:txBody>
      </p:sp>
      <p:pic>
        <p:nvPicPr>
          <p:cNvPr id="9" name="Picture 8"/>
          <p:cNvPicPr>
            <a:picLocks noChangeAspect="1"/>
          </p:cNvPicPr>
          <p:nvPr/>
        </p:nvPicPr>
        <p:blipFill>
          <a:blip r:embed="rId2"/>
          <a:stretch>
            <a:fillRect/>
          </a:stretch>
        </p:blipFill>
        <p:spPr>
          <a:xfrm>
            <a:off x="1811548" y="3657583"/>
            <a:ext cx="1852255" cy="1278781"/>
          </a:xfrm>
          <a:prstGeom prst="rect">
            <a:avLst/>
          </a:prstGeom>
        </p:spPr>
      </p:pic>
      <p:pic>
        <p:nvPicPr>
          <p:cNvPr id="10" name="Picture 9"/>
          <p:cNvPicPr>
            <a:picLocks noChangeAspect="1"/>
          </p:cNvPicPr>
          <p:nvPr/>
        </p:nvPicPr>
        <p:blipFill>
          <a:blip r:embed="rId3"/>
          <a:stretch>
            <a:fillRect/>
          </a:stretch>
        </p:blipFill>
        <p:spPr>
          <a:xfrm>
            <a:off x="7652333" y="2032372"/>
            <a:ext cx="1813882" cy="1239378"/>
          </a:xfrm>
          <a:prstGeom prst="rect">
            <a:avLst/>
          </a:prstGeom>
        </p:spPr>
      </p:pic>
      <p:pic>
        <p:nvPicPr>
          <p:cNvPr id="11" name="Picture 10"/>
          <p:cNvPicPr>
            <a:picLocks noChangeAspect="1"/>
          </p:cNvPicPr>
          <p:nvPr/>
        </p:nvPicPr>
        <p:blipFill>
          <a:blip r:embed="rId4"/>
          <a:stretch>
            <a:fillRect/>
          </a:stretch>
        </p:blipFill>
        <p:spPr>
          <a:xfrm>
            <a:off x="1809143" y="5345818"/>
            <a:ext cx="1787499" cy="1267021"/>
          </a:xfrm>
          <a:prstGeom prst="rect">
            <a:avLst/>
          </a:prstGeom>
        </p:spPr>
      </p:pic>
      <p:pic>
        <p:nvPicPr>
          <p:cNvPr id="12" name="Picture 11"/>
          <p:cNvPicPr>
            <a:picLocks noChangeAspect="1"/>
          </p:cNvPicPr>
          <p:nvPr/>
        </p:nvPicPr>
        <p:blipFill>
          <a:blip r:embed="rId5"/>
          <a:stretch>
            <a:fillRect/>
          </a:stretch>
        </p:blipFill>
        <p:spPr>
          <a:xfrm>
            <a:off x="1809143" y="1988991"/>
            <a:ext cx="1854660" cy="1326140"/>
          </a:xfrm>
          <a:prstGeom prst="rect">
            <a:avLst/>
          </a:prstGeom>
        </p:spPr>
      </p:pic>
      <p:pic>
        <p:nvPicPr>
          <p:cNvPr id="13" name="Picture 12"/>
          <p:cNvPicPr>
            <a:picLocks noChangeAspect="1"/>
          </p:cNvPicPr>
          <p:nvPr/>
        </p:nvPicPr>
        <p:blipFill>
          <a:blip r:embed="rId6"/>
          <a:stretch>
            <a:fillRect/>
          </a:stretch>
        </p:blipFill>
        <p:spPr>
          <a:xfrm>
            <a:off x="7652334" y="3498481"/>
            <a:ext cx="1813882" cy="1252289"/>
          </a:xfrm>
          <a:prstGeom prst="rect">
            <a:avLst/>
          </a:prstGeom>
        </p:spPr>
      </p:pic>
      <p:pic>
        <p:nvPicPr>
          <p:cNvPr id="14" name="Picture 13"/>
          <p:cNvPicPr>
            <a:picLocks noChangeAspect="1"/>
          </p:cNvPicPr>
          <p:nvPr/>
        </p:nvPicPr>
        <p:blipFill>
          <a:blip r:embed="rId7"/>
          <a:stretch>
            <a:fillRect/>
          </a:stretch>
        </p:blipFill>
        <p:spPr>
          <a:xfrm>
            <a:off x="7652333" y="5282729"/>
            <a:ext cx="1986411" cy="1264729"/>
          </a:xfrm>
          <a:prstGeom prst="rect">
            <a:avLst/>
          </a:prstGeom>
        </p:spPr>
      </p:pic>
    </p:spTree>
    <p:extLst>
      <p:ext uri="{BB962C8B-B14F-4D97-AF65-F5344CB8AC3E}">
        <p14:creationId xmlns:p14="http://schemas.microsoft.com/office/powerpoint/2010/main" val="326445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26F17-3C87-9463-CB72-7BF3F23A0FD9}"/>
              </a:ext>
            </a:extLst>
          </p:cNvPr>
          <p:cNvSpPr>
            <a:spLocks noGrp="1"/>
          </p:cNvSpPr>
          <p:nvPr>
            <p:ph type="title"/>
          </p:nvPr>
        </p:nvSpPr>
        <p:spPr/>
        <p:txBody>
          <a:bodyPr>
            <a:normAutofit/>
          </a:bodyPr>
          <a:lstStyle/>
          <a:p>
            <a:pPr algn="ctr"/>
            <a:r>
              <a:rPr lang="en-US" b="1"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Revenue Distribution Analysis </a:t>
            </a:r>
            <a:endParaRPr lang="en-IN"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9E6CC12-1739-8229-9BED-45FD0913F6B3}"/>
              </a:ext>
            </a:extLst>
          </p:cNvPr>
          <p:cNvSpPr>
            <a:spLocks noGrp="1"/>
          </p:cNvSpPr>
          <p:nvPr>
            <p:ph idx="1"/>
          </p:nvPr>
        </p:nvSpPr>
        <p:spPr>
          <a:xfrm>
            <a:off x="838200" y="1825624"/>
            <a:ext cx="10515600" cy="5032375"/>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With revenue distribution, we can understand which product contributing more to the revenue and also in which year revenue generated more.</a:t>
            </a:r>
          </a:p>
          <a:p>
            <a:pPr marL="0" indent="0">
              <a:buNone/>
            </a:pPr>
            <a:r>
              <a:rPr lang="en-US" sz="2400" dirty="0">
                <a:solidFill>
                  <a:schemeClr val="accent1"/>
                </a:solidFill>
                <a:latin typeface="Calibri" panose="020F0502020204030204" pitchFamily="34" charset="0"/>
                <a:ea typeface="Calibri" panose="020F0502020204030204" pitchFamily="34" charset="0"/>
                <a:cs typeface="Calibri" panose="020F0502020204030204" pitchFamily="34" charset="0"/>
              </a:rPr>
              <a:t>Insights: </a:t>
            </a:r>
          </a:p>
          <a:p>
            <a:r>
              <a:rPr lang="en-US" sz="2000" dirty="0">
                <a:latin typeface="Calibri" panose="020F0502020204030204" pitchFamily="34" charset="0"/>
                <a:ea typeface="Calibri" panose="020F0502020204030204" pitchFamily="34" charset="0"/>
                <a:cs typeface="Calibri" panose="020F0502020204030204" pitchFamily="34" charset="0"/>
              </a:rPr>
              <a:t>Revenue generated in the year 2020 is more compared to previous years.</a:t>
            </a:r>
          </a:p>
          <a:p>
            <a:r>
              <a:rPr lang="en-US" sz="2000" dirty="0">
                <a:latin typeface="Calibri" panose="020F0502020204030204" pitchFamily="34" charset="0"/>
                <a:ea typeface="Calibri" panose="020F0502020204030204" pitchFamily="34" charset="0"/>
                <a:cs typeface="Calibri" panose="020F0502020204030204" pitchFamily="34" charset="0"/>
              </a:rPr>
              <a:t>Top revenue generated product is Canon EOS 600D 18MP DSLR Camera- Black with 14M sales.</a:t>
            </a:r>
          </a:p>
          <a:p>
            <a:endParaRPr lang="en-US" sz="28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dirty="0"/>
          </a:p>
        </p:txBody>
      </p:sp>
      <p:pic>
        <p:nvPicPr>
          <p:cNvPr id="6" name="Picture 5"/>
          <p:cNvPicPr>
            <a:picLocks noChangeAspect="1"/>
          </p:cNvPicPr>
          <p:nvPr/>
        </p:nvPicPr>
        <p:blipFill>
          <a:blip r:embed="rId2"/>
          <a:stretch>
            <a:fillRect/>
          </a:stretch>
        </p:blipFill>
        <p:spPr>
          <a:xfrm>
            <a:off x="967576" y="3852104"/>
            <a:ext cx="5004234" cy="2813931"/>
          </a:xfrm>
          <a:prstGeom prst="rect">
            <a:avLst/>
          </a:prstGeom>
        </p:spPr>
      </p:pic>
      <p:pic>
        <p:nvPicPr>
          <p:cNvPr id="7" name="Picture 6"/>
          <p:cNvPicPr>
            <a:picLocks noChangeAspect="1"/>
          </p:cNvPicPr>
          <p:nvPr/>
        </p:nvPicPr>
        <p:blipFill>
          <a:blip r:embed="rId3"/>
          <a:stretch>
            <a:fillRect/>
          </a:stretch>
        </p:blipFill>
        <p:spPr>
          <a:xfrm>
            <a:off x="6096000" y="3852104"/>
            <a:ext cx="5387176" cy="2836769"/>
          </a:xfrm>
          <a:prstGeom prst="rect">
            <a:avLst/>
          </a:prstGeom>
        </p:spPr>
      </p:pic>
    </p:spTree>
    <p:extLst>
      <p:ext uri="{BB962C8B-B14F-4D97-AF65-F5344CB8AC3E}">
        <p14:creationId xmlns:p14="http://schemas.microsoft.com/office/powerpoint/2010/main" val="567223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B27E3-9B4D-90E4-C63E-C90232FC8C13}"/>
              </a:ext>
            </a:extLst>
          </p:cNvPr>
          <p:cNvSpPr>
            <a:spLocks noGrp="1"/>
          </p:cNvSpPr>
          <p:nvPr>
            <p:ph type="title"/>
          </p:nvPr>
        </p:nvSpPr>
        <p:spPr/>
        <p:txBody>
          <a:bodyPr/>
          <a:lstStyle/>
          <a:p>
            <a:pPr algn="ctr"/>
            <a:r>
              <a:rPr lang="en-US" b="1" dirty="0">
                <a:solidFill>
                  <a:schemeClr val="accent1">
                    <a:lumMod val="75000"/>
                  </a:schemeClr>
                </a:solidFill>
                <a:latin typeface="Times New Roman" panose="02020603050405020304" pitchFamily="18" charset="0"/>
                <a:cs typeface="Times New Roman" panose="02020603050405020304" pitchFamily="18" charset="0"/>
              </a:rPr>
              <a:t>Periodic And Geographical Analysis</a:t>
            </a:r>
            <a:endParaRPr lang="en-IN"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AF637B9-D65F-AFC8-EC94-08DDFF758463}"/>
              </a:ext>
            </a:extLst>
          </p:cNvPr>
          <p:cNvSpPr>
            <a:spLocks noGrp="1"/>
          </p:cNvSpPr>
          <p:nvPr>
            <p:ph idx="1"/>
          </p:nvPr>
        </p:nvSpPr>
        <p:spPr>
          <a:xfrm>
            <a:off x="838200" y="1825624"/>
            <a:ext cx="10515600" cy="5032375"/>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Periodic and Geographic analysis will help to devise target marketing and distribution strategies.</a:t>
            </a:r>
          </a:p>
          <a:p>
            <a:pPr marL="0" indent="0">
              <a:buNone/>
            </a:pPr>
            <a:r>
              <a:rPr lang="en-US" sz="2400" dirty="0">
                <a:solidFill>
                  <a:schemeClr val="accent1"/>
                </a:solidFill>
                <a:latin typeface="Calibri" panose="020F0502020204030204" pitchFamily="34" charset="0"/>
                <a:ea typeface="Calibri" panose="020F0502020204030204" pitchFamily="34" charset="0"/>
                <a:cs typeface="Calibri" panose="020F0502020204030204" pitchFamily="34" charset="0"/>
              </a:rPr>
              <a:t>Insights:</a:t>
            </a:r>
          </a:p>
          <a:p>
            <a:r>
              <a:rPr lang="en-US" sz="2000" dirty="0">
                <a:latin typeface="Calibri" panose="020F0502020204030204" pitchFamily="34" charset="0"/>
                <a:ea typeface="Calibri" panose="020F0502020204030204" pitchFamily="34" charset="0"/>
                <a:cs typeface="Calibri" panose="020F0502020204030204" pitchFamily="34" charset="0"/>
              </a:rPr>
              <a:t>The average sales value dropped for February, June and September.</a:t>
            </a:r>
          </a:p>
          <a:p>
            <a:r>
              <a:rPr lang="en-US" sz="2000" dirty="0">
                <a:latin typeface="Calibri" panose="020F0502020204030204" pitchFamily="34" charset="0"/>
                <a:ea typeface="Calibri" panose="020F0502020204030204" pitchFamily="34" charset="0"/>
                <a:cs typeface="Calibri" panose="020F0502020204030204" pitchFamily="34" charset="0"/>
              </a:rPr>
              <a:t>North America and African regions are contributing more to revenue.</a:t>
            </a:r>
          </a:p>
          <a:p>
            <a:r>
              <a:rPr lang="en-US" sz="2000" dirty="0">
                <a:latin typeface="Calibri" panose="020F0502020204030204" pitchFamily="34" charset="0"/>
                <a:ea typeface="Calibri" panose="020F0502020204030204" pitchFamily="34" charset="0"/>
                <a:cs typeface="Calibri" panose="020F0502020204030204" pitchFamily="34" charset="0"/>
              </a:rPr>
              <a:t>South America is the least revenue contributing region.</a:t>
            </a:r>
          </a:p>
          <a:p>
            <a:pPr marL="0" indent="0">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800" dirty="0">
              <a:solidFill>
                <a:srgbClr val="B31166"/>
              </a:solidFill>
              <a:latin typeface="Calibri" panose="020F0502020204030204" pitchFamily="34" charset="0"/>
              <a:ea typeface="Calibri" panose="020F0502020204030204" pitchFamily="34" charset="0"/>
              <a:cs typeface="Calibri" panose="020F0502020204030204" pitchFamily="34" charset="0"/>
            </a:endParaRPr>
          </a:p>
          <a:p>
            <a:endParaRPr lang="en-IN" dirty="0"/>
          </a:p>
        </p:txBody>
      </p:sp>
      <p:pic>
        <p:nvPicPr>
          <p:cNvPr id="6" name="Picture 5"/>
          <p:cNvPicPr>
            <a:picLocks noChangeAspect="1"/>
          </p:cNvPicPr>
          <p:nvPr/>
        </p:nvPicPr>
        <p:blipFill>
          <a:blip r:embed="rId2"/>
          <a:stretch>
            <a:fillRect/>
          </a:stretch>
        </p:blipFill>
        <p:spPr>
          <a:xfrm>
            <a:off x="1135145" y="3789142"/>
            <a:ext cx="3741655" cy="2943460"/>
          </a:xfrm>
          <a:prstGeom prst="rect">
            <a:avLst/>
          </a:prstGeom>
        </p:spPr>
      </p:pic>
      <p:pic>
        <p:nvPicPr>
          <p:cNvPr id="7" name="Picture 6"/>
          <p:cNvPicPr>
            <a:picLocks noChangeAspect="1"/>
          </p:cNvPicPr>
          <p:nvPr/>
        </p:nvPicPr>
        <p:blipFill>
          <a:blip r:embed="rId3"/>
          <a:stretch>
            <a:fillRect/>
          </a:stretch>
        </p:blipFill>
        <p:spPr>
          <a:xfrm>
            <a:off x="5089899" y="3789143"/>
            <a:ext cx="5551976" cy="3022432"/>
          </a:xfrm>
          <a:prstGeom prst="rect">
            <a:avLst/>
          </a:prstGeom>
        </p:spPr>
      </p:pic>
    </p:spTree>
    <p:extLst>
      <p:ext uri="{BB962C8B-B14F-4D97-AF65-F5344CB8AC3E}">
        <p14:creationId xmlns:p14="http://schemas.microsoft.com/office/powerpoint/2010/main" val="899965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F4903-A61A-681D-2552-2FD97EE742B0}"/>
              </a:ext>
            </a:extLst>
          </p:cNvPr>
          <p:cNvSpPr>
            <a:spLocks noGrp="1"/>
          </p:cNvSpPr>
          <p:nvPr>
            <p:ph type="title"/>
          </p:nvPr>
        </p:nvSpPr>
        <p:spPr/>
        <p:txBody>
          <a:bodyPr/>
          <a:lstStyle/>
          <a:p>
            <a:pPr algn="ctr"/>
            <a:r>
              <a:rPr lang="en-US" b="1" dirty="0">
                <a:solidFill>
                  <a:schemeClr val="accent1">
                    <a:lumMod val="75000"/>
                  </a:schemeClr>
                </a:solidFill>
                <a:latin typeface="Times New Roman" panose="02020603050405020304" pitchFamily="18" charset="0"/>
                <a:cs typeface="Times New Roman" panose="02020603050405020304" pitchFamily="18" charset="0"/>
              </a:rPr>
              <a:t>Product Analysis</a:t>
            </a:r>
            <a:endParaRPr lang="en-IN"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1893AA-167D-CFDD-D467-EA1625C2B4AD}"/>
              </a:ext>
            </a:extLst>
          </p:cNvPr>
          <p:cNvSpPr>
            <a:spLocks noGrp="1"/>
          </p:cNvSpPr>
          <p:nvPr>
            <p:ph idx="1"/>
          </p:nvPr>
        </p:nvSpPr>
        <p:spPr>
          <a:xfrm>
            <a:off x="838200" y="1825624"/>
            <a:ext cx="10515600" cy="5032376"/>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In the product analysis, we can see the Most popular products and underperform products.</a:t>
            </a:r>
          </a:p>
          <a:p>
            <a:pPr marL="0" indent="0">
              <a:buNone/>
            </a:pPr>
            <a:r>
              <a:rPr lang="en-US" sz="2400" dirty="0">
                <a:solidFill>
                  <a:schemeClr val="accent1"/>
                </a:solidFill>
                <a:latin typeface="Calibri" panose="020F0502020204030204" pitchFamily="34" charset="0"/>
                <a:ea typeface="Calibri" panose="020F0502020204030204" pitchFamily="34" charset="0"/>
                <a:cs typeface="Calibri" panose="020F0502020204030204" pitchFamily="34" charset="0"/>
              </a:rPr>
              <a:t>Insights:</a:t>
            </a:r>
          </a:p>
          <a:p>
            <a:r>
              <a:rPr lang="en-US" sz="2000" dirty="0">
                <a:latin typeface="Calibri" panose="020F0502020204030204" pitchFamily="34" charset="0"/>
                <a:ea typeface="Calibri" panose="020F0502020204030204" pitchFamily="34" charset="0"/>
                <a:cs typeface="Calibri" panose="020F0502020204030204" pitchFamily="34" charset="0"/>
              </a:rPr>
              <a:t>We can see a clear distinction between the most popular, enjoying customer preference with high sales, and the underperforming products, indicating areas that may need targeted marketing efforts to enhance their overall sales. </a:t>
            </a:r>
          </a:p>
          <a:p>
            <a:pPr marL="0" indent="0">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dirty="0"/>
          </a:p>
        </p:txBody>
      </p:sp>
      <p:pic>
        <p:nvPicPr>
          <p:cNvPr id="6" name="Picture 5"/>
          <p:cNvPicPr>
            <a:picLocks noChangeAspect="1"/>
          </p:cNvPicPr>
          <p:nvPr/>
        </p:nvPicPr>
        <p:blipFill>
          <a:blip r:embed="rId2"/>
          <a:stretch>
            <a:fillRect/>
          </a:stretch>
        </p:blipFill>
        <p:spPr>
          <a:xfrm>
            <a:off x="1243405" y="3646842"/>
            <a:ext cx="3258926" cy="2706048"/>
          </a:xfrm>
          <a:prstGeom prst="rect">
            <a:avLst/>
          </a:prstGeom>
        </p:spPr>
      </p:pic>
      <p:pic>
        <p:nvPicPr>
          <p:cNvPr id="7" name="Picture 6"/>
          <p:cNvPicPr>
            <a:picLocks noChangeAspect="1"/>
          </p:cNvPicPr>
          <p:nvPr/>
        </p:nvPicPr>
        <p:blipFill>
          <a:blip r:embed="rId3"/>
          <a:stretch>
            <a:fillRect/>
          </a:stretch>
        </p:blipFill>
        <p:spPr>
          <a:xfrm>
            <a:off x="4619401" y="3666371"/>
            <a:ext cx="7206839" cy="2686519"/>
          </a:xfrm>
          <a:prstGeom prst="rect">
            <a:avLst/>
          </a:prstGeom>
        </p:spPr>
      </p:pic>
    </p:spTree>
    <p:extLst>
      <p:ext uri="{BB962C8B-B14F-4D97-AF65-F5344CB8AC3E}">
        <p14:creationId xmlns:p14="http://schemas.microsoft.com/office/powerpoint/2010/main" val="3643371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63EB2-4D49-B774-EA46-83E269A16636}"/>
              </a:ext>
            </a:extLst>
          </p:cNvPr>
          <p:cNvSpPr>
            <a:spLocks noGrp="1"/>
          </p:cNvSpPr>
          <p:nvPr>
            <p:ph type="title"/>
          </p:nvPr>
        </p:nvSpPr>
        <p:spPr/>
        <p:txBody>
          <a:bodyPr/>
          <a:lstStyle/>
          <a:p>
            <a:pPr algn="ctr"/>
            <a:r>
              <a:rPr lang="en-US" b="1" dirty="0">
                <a:solidFill>
                  <a:schemeClr val="accent1">
                    <a:lumMod val="75000"/>
                  </a:schemeClr>
                </a:solidFill>
                <a:latin typeface="Times New Roman" panose="02020603050405020304" pitchFamily="18" charset="0"/>
                <a:cs typeface="Times New Roman" panose="02020603050405020304" pitchFamily="18" charset="0"/>
              </a:rPr>
              <a:t>Customer Satisfaction Analysis</a:t>
            </a:r>
            <a:endParaRPr lang="en-IN"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A528230-004E-0277-0149-A5F0BF847855}"/>
              </a:ext>
            </a:extLst>
          </p:cNvPr>
          <p:cNvSpPr>
            <a:spLocks noGrp="1"/>
          </p:cNvSpPr>
          <p:nvPr>
            <p:ph idx="1"/>
          </p:nvPr>
        </p:nvSpPr>
        <p:spPr>
          <a:xfrm>
            <a:off x="838200" y="1825624"/>
            <a:ext cx="10515600" cy="5032376"/>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Customer satisfaction will help to understand how they are interested in the platform and how happy they are with shopping experience.</a:t>
            </a:r>
          </a:p>
          <a:p>
            <a:pPr marL="0" indent="0">
              <a:buNone/>
            </a:pPr>
            <a:r>
              <a:rPr lang="en-US" sz="2400" dirty="0">
                <a:solidFill>
                  <a:schemeClr val="accent1"/>
                </a:solidFill>
                <a:latin typeface="Calibri" panose="020F0502020204030204" pitchFamily="34" charset="0"/>
                <a:ea typeface="Calibri" panose="020F0502020204030204" pitchFamily="34" charset="0"/>
                <a:cs typeface="Calibri" panose="020F0502020204030204" pitchFamily="34" charset="0"/>
              </a:rPr>
              <a:t>Insights:</a:t>
            </a:r>
          </a:p>
          <a:p>
            <a:r>
              <a:rPr lang="en-US" sz="2000" dirty="0">
                <a:latin typeface="Calibri" panose="020F0502020204030204" pitchFamily="34" charset="0"/>
                <a:ea typeface="Calibri" panose="020F0502020204030204" pitchFamily="34" charset="0"/>
                <a:cs typeface="Calibri" panose="020F0502020204030204" pitchFamily="34" charset="0"/>
              </a:rPr>
              <a:t>Average rating given by customers is 2.73, which is above average.</a:t>
            </a:r>
          </a:p>
          <a:p>
            <a:r>
              <a:rPr lang="en-US" sz="2000" dirty="0">
                <a:latin typeface="Calibri" panose="020F0502020204030204" pitchFamily="34" charset="0"/>
                <a:ea typeface="Calibri" panose="020F0502020204030204" pitchFamily="34" charset="0"/>
                <a:cs typeface="Calibri" panose="020F0502020204030204" pitchFamily="34" charset="0"/>
              </a:rPr>
              <a:t>Customers gave 4 &amp; 5 rating for low unit price products </a:t>
            </a:r>
          </a:p>
          <a:p>
            <a:r>
              <a:rPr lang="en-US" sz="2000" dirty="0">
                <a:latin typeface="Calibri" panose="020F0502020204030204" pitchFamily="34" charset="0"/>
                <a:ea typeface="Calibri" panose="020F0502020204030204" pitchFamily="34" charset="0"/>
                <a:cs typeface="Calibri" panose="020F0502020204030204" pitchFamily="34" charset="0"/>
              </a:rPr>
              <a:t>With less Delivery time, the ratings are very good compared to high delivery time.</a:t>
            </a:r>
          </a:p>
          <a:p>
            <a:pPr marL="0" indent="0">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dirty="0"/>
          </a:p>
        </p:txBody>
      </p:sp>
      <p:pic>
        <p:nvPicPr>
          <p:cNvPr id="6" name="Picture 5"/>
          <p:cNvPicPr>
            <a:picLocks noChangeAspect="1"/>
          </p:cNvPicPr>
          <p:nvPr/>
        </p:nvPicPr>
        <p:blipFill>
          <a:blip r:embed="rId2"/>
          <a:stretch>
            <a:fillRect/>
          </a:stretch>
        </p:blipFill>
        <p:spPr>
          <a:xfrm>
            <a:off x="1680590" y="4198462"/>
            <a:ext cx="6801560" cy="2537778"/>
          </a:xfrm>
          <a:prstGeom prst="rect">
            <a:avLst/>
          </a:prstGeom>
        </p:spPr>
      </p:pic>
    </p:spTree>
    <p:extLst>
      <p:ext uri="{BB962C8B-B14F-4D97-AF65-F5344CB8AC3E}">
        <p14:creationId xmlns:p14="http://schemas.microsoft.com/office/powerpoint/2010/main" val="3876897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AB5CF-5C81-CF06-6912-9A5B1A42C1CD}"/>
              </a:ext>
            </a:extLst>
          </p:cNvPr>
          <p:cNvSpPr>
            <a:spLocks noGrp="1"/>
          </p:cNvSpPr>
          <p:nvPr>
            <p:ph type="title"/>
          </p:nvPr>
        </p:nvSpPr>
        <p:spPr>
          <a:xfrm>
            <a:off x="838200" y="77737"/>
            <a:ext cx="10515600" cy="845366"/>
          </a:xfrm>
        </p:spPr>
        <p:txBody>
          <a:bodyPr/>
          <a:lstStyle/>
          <a:p>
            <a:pPr algn="ctr"/>
            <a:r>
              <a:rPr lang="en-IN" b="1" dirty="0">
                <a:solidFill>
                  <a:schemeClr val="accent1">
                    <a:lumMod val="75000"/>
                  </a:schemeClr>
                </a:solidFill>
                <a:latin typeface="Times New Roman" panose="02020603050405020304" pitchFamily="18" charset="0"/>
                <a:cs typeface="Times New Roman" panose="02020603050405020304" pitchFamily="18" charset="0"/>
              </a:rPr>
              <a:t>Report – Main Tab</a:t>
            </a:r>
          </a:p>
        </p:txBody>
      </p:sp>
      <p:pic>
        <p:nvPicPr>
          <p:cNvPr id="4" name="Picture 3"/>
          <p:cNvPicPr>
            <a:picLocks noChangeAspect="1"/>
          </p:cNvPicPr>
          <p:nvPr/>
        </p:nvPicPr>
        <p:blipFill>
          <a:blip r:embed="rId2"/>
          <a:stretch>
            <a:fillRect/>
          </a:stretch>
        </p:blipFill>
        <p:spPr>
          <a:xfrm>
            <a:off x="583472" y="809600"/>
            <a:ext cx="10659294" cy="6049870"/>
          </a:xfrm>
          <a:prstGeom prst="rect">
            <a:avLst/>
          </a:prstGeom>
        </p:spPr>
      </p:pic>
    </p:spTree>
    <p:extLst>
      <p:ext uri="{BB962C8B-B14F-4D97-AF65-F5344CB8AC3E}">
        <p14:creationId xmlns:p14="http://schemas.microsoft.com/office/powerpoint/2010/main" val="1955261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AB5CF-5C81-CF06-6912-9A5B1A42C1CD}"/>
              </a:ext>
            </a:extLst>
          </p:cNvPr>
          <p:cNvSpPr>
            <a:spLocks noGrp="1"/>
          </p:cNvSpPr>
          <p:nvPr>
            <p:ph type="title"/>
          </p:nvPr>
        </p:nvSpPr>
        <p:spPr>
          <a:xfrm>
            <a:off x="838200" y="77737"/>
            <a:ext cx="10515600" cy="845366"/>
          </a:xfrm>
        </p:spPr>
        <p:txBody>
          <a:bodyPr/>
          <a:lstStyle/>
          <a:p>
            <a:pPr algn="ctr"/>
            <a:r>
              <a:rPr lang="en-IN" b="1" dirty="0">
                <a:solidFill>
                  <a:schemeClr val="accent1">
                    <a:lumMod val="75000"/>
                  </a:schemeClr>
                </a:solidFill>
                <a:latin typeface="Times New Roman" panose="02020603050405020304" pitchFamily="18" charset="0"/>
                <a:cs typeface="Times New Roman" panose="02020603050405020304" pitchFamily="18" charset="0"/>
              </a:rPr>
              <a:t>Product Tab</a:t>
            </a:r>
          </a:p>
        </p:txBody>
      </p:sp>
      <p:pic>
        <p:nvPicPr>
          <p:cNvPr id="4" name="Picture 3"/>
          <p:cNvPicPr>
            <a:picLocks noChangeAspect="1"/>
          </p:cNvPicPr>
          <p:nvPr/>
        </p:nvPicPr>
        <p:blipFill>
          <a:blip r:embed="rId2"/>
          <a:stretch>
            <a:fillRect/>
          </a:stretch>
        </p:blipFill>
        <p:spPr>
          <a:xfrm>
            <a:off x="618308" y="734094"/>
            <a:ext cx="10768769" cy="6123906"/>
          </a:xfrm>
          <a:prstGeom prst="rect">
            <a:avLst/>
          </a:prstGeom>
        </p:spPr>
      </p:pic>
    </p:spTree>
    <p:extLst>
      <p:ext uri="{BB962C8B-B14F-4D97-AF65-F5344CB8AC3E}">
        <p14:creationId xmlns:p14="http://schemas.microsoft.com/office/powerpoint/2010/main" val="2348145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AB5CF-5C81-CF06-6912-9A5B1A42C1CD}"/>
              </a:ext>
            </a:extLst>
          </p:cNvPr>
          <p:cNvSpPr>
            <a:spLocks noGrp="1"/>
          </p:cNvSpPr>
          <p:nvPr>
            <p:ph type="title"/>
          </p:nvPr>
        </p:nvSpPr>
        <p:spPr>
          <a:xfrm>
            <a:off x="838200" y="77737"/>
            <a:ext cx="10515600" cy="845366"/>
          </a:xfrm>
        </p:spPr>
        <p:txBody>
          <a:bodyPr/>
          <a:lstStyle/>
          <a:p>
            <a:pPr algn="ctr"/>
            <a:r>
              <a:rPr lang="en-IN" b="1" dirty="0">
                <a:solidFill>
                  <a:schemeClr val="accent1">
                    <a:lumMod val="75000"/>
                  </a:schemeClr>
                </a:solidFill>
                <a:latin typeface="Times New Roman" panose="02020603050405020304" pitchFamily="18" charset="0"/>
                <a:cs typeface="Times New Roman" panose="02020603050405020304" pitchFamily="18" charset="0"/>
              </a:rPr>
              <a:t>Individual Product Tab</a:t>
            </a:r>
          </a:p>
        </p:txBody>
      </p:sp>
      <p:pic>
        <p:nvPicPr>
          <p:cNvPr id="4" name="Picture 3"/>
          <p:cNvPicPr>
            <a:picLocks noChangeAspect="1"/>
          </p:cNvPicPr>
          <p:nvPr/>
        </p:nvPicPr>
        <p:blipFill>
          <a:blip r:embed="rId2"/>
          <a:stretch>
            <a:fillRect/>
          </a:stretch>
        </p:blipFill>
        <p:spPr>
          <a:xfrm>
            <a:off x="838200" y="775962"/>
            <a:ext cx="10728614" cy="6082037"/>
          </a:xfrm>
          <a:prstGeom prst="rect">
            <a:avLst/>
          </a:prstGeom>
        </p:spPr>
      </p:pic>
    </p:spTree>
    <p:extLst>
      <p:ext uri="{BB962C8B-B14F-4D97-AF65-F5344CB8AC3E}">
        <p14:creationId xmlns:p14="http://schemas.microsoft.com/office/powerpoint/2010/main" val="1925097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EC8AF-52B0-0123-5D4F-CFD6E7F852DA}"/>
              </a:ext>
            </a:extLst>
          </p:cNvPr>
          <p:cNvSpPr>
            <a:spLocks noGrp="1"/>
          </p:cNvSpPr>
          <p:nvPr>
            <p:ph type="title"/>
          </p:nvPr>
        </p:nvSpPr>
        <p:spPr>
          <a:xfrm>
            <a:off x="838200" y="0"/>
            <a:ext cx="10515600" cy="1325563"/>
          </a:xfrm>
        </p:spPr>
        <p:txBody>
          <a:bodyPr/>
          <a:lstStyle/>
          <a:p>
            <a:pPr algn="ctr"/>
            <a:r>
              <a:rPr lang="en-IN" b="1" dirty="0">
                <a:solidFill>
                  <a:schemeClr val="accent1">
                    <a:lumMod val="75000"/>
                  </a:schemeClr>
                </a:solidFill>
                <a:latin typeface="Times New Roman" panose="02020603050405020304" pitchFamily="18" charset="0"/>
                <a:cs typeface="Times New Roman" panose="02020603050405020304" pitchFamily="18" charset="0"/>
              </a:rPr>
              <a:t>Recommendation</a:t>
            </a:r>
          </a:p>
        </p:txBody>
      </p:sp>
      <p:sp>
        <p:nvSpPr>
          <p:cNvPr id="3" name="Content Placeholder 2">
            <a:extLst>
              <a:ext uri="{FF2B5EF4-FFF2-40B4-BE49-F238E27FC236}">
                <a16:creationId xmlns:a16="http://schemas.microsoft.com/office/drawing/2014/main" id="{CE434E19-8D25-D5B1-58D7-4D74018F71F8}"/>
              </a:ext>
            </a:extLst>
          </p:cNvPr>
          <p:cNvSpPr>
            <a:spLocks noGrp="1"/>
          </p:cNvSpPr>
          <p:nvPr>
            <p:ph idx="1"/>
          </p:nvPr>
        </p:nvSpPr>
        <p:spPr/>
        <p:txBody>
          <a:bodyPr>
            <a:normAutofit/>
          </a:bodyPr>
          <a:lstStyle/>
          <a:p>
            <a:r>
              <a:rPr lang="en-US" sz="1800" b="1" dirty="0"/>
              <a:t>Customer Retention: </a:t>
            </a:r>
            <a:r>
              <a:rPr lang="en-US" sz="1800" dirty="0"/>
              <a:t>Launch loyalty programs that provide special benefits and rewards for regular customers.</a:t>
            </a:r>
          </a:p>
          <a:p>
            <a:r>
              <a:rPr lang="en-US" sz="1800" b="1" dirty="0"/>
              <a:t>Enhanced Value Proposition</a:t>
            </a:r>
            <a:r>
              <a:rPr lang="en-US" sz="1800" dirty="0"/>
              <a:t>: Improve Prime membership by adding more benefits and personalized deals for users.</a:t>
            </a:r>
          </a:p>
          <a:p>
            <a:r>
              <a:rPr lang="en-US" sz="1800" b="1" dirty="0"/>
              <a:t>Data-Driven Insights: </a:t>
            </a:r>
            <a:r>
              <a:rPr lang="en-US" sz="1800" dirty="0"/>
              <a:t>Use data analysis to identify valuable customers and improve marketing strategies.</a:t>
            </a:r>
          </a:p>
          <a:p>
            <a:r>
              <a:rPr lang="en-US" sz="1800" b="1" dirty="0"/>
              <a:t>Feedback Utilization: </a:t>
            </a:r>
            <a:r>
              <a:rPr lang="en-US" sz="1800" dirty="0"/>
              <a:t>Use customer feedback to enhance service quality and product offerings.</a:t>
            </a:r>
            <a:br>
              <a:rPr lang="en-US" sz="1800" dirty="0"/>
            </a:br>
            <a:r>
              <a:rPr lang="en-US" sz="1800" dirty="0"/>
              <a:t>Location-Specific Offers: Implement region-based promotions and partner with local brands for exclusive deals.</a:t>
            </a:r>
          </a:p>
          <a:p>
            <a:r>
              <a:rPr lang="en-US" sz="1800" b="1" dirty="0"/>
              <a:t>Innovative Engagement: </a:t>
            </a:r>
            <a:r>
              <a:rPr lang="en-US" sz="1800" dirty="0"/>
              <a:t>Introduce features like gamification, flexible pricing, and interactive reward systems to increase customer engagement.</a:t>
            </a:r>
            <a:endParaRPr lang="en-IN" sz="1800" dirty="0"/>
          </a:p>
        </p:txBody>
      </p:sp>
    </p:spTree>
    <p:extLst>
      <p:ext uri="{BB962C8B-B14F-4D97-AF65-F5344CB8AC3E}">
        <p14:creationId xmlns:p14="http://schemas.microsoft.com/office/powerpoint/2010/main" val="1654064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B980A-5677-F17E-2232-B9ECE6CF0577}"/>
              </a:ext>
            </a:extLst>
          </p:cNvPr>
          <p:cNvSpPr>
            <a:spLocks noGrp="1"/>
          </p:cNvSpPr>
          <p:nvPr>
            <p:ph type="title"/>
          </p:nvPr>
        </p:nvSpPr>
        <p:spPr>
          <a:xfrm>
            <a:off x="743135" y="0"/>
            <a:ext cx="10515600" cy="1325563"/>
          </a:xfrm>
        </p:spPr>
        <p:txBody>
          <a:bodyPr/>
          <a:lstStyle/>
          <a:p>
            <a:pPr algn="ctr"/>
            <a:r>
              <a:rPr lang="en-IN" b="1" dirty="0">
                <a:solidFill>
                  <a:schemeClr val="accent1">
                    <a:lumMod val="75000"/>
                  </a:schemeClr>
                </a:solidFill>
                <a:latin typeface="Times New Roman" panose="02020603050405020304" pitchFamily="18" charset="0"/>
                <a:cs typeface="Times New Roman" panose="02020603050405020304" pitchFamily="18" charset="0"/>
              </a:rPr>
              <a:t>Conclusion</a:t>
            </a:r>
          </a:p>
        </p:txBody>
      </p:sp>
      <p:sp>
        <p:nvSpPr>
          <p:cNvPr id="5" name="Rectangle 2"/>
          <p:cNvSpPr>
            <a:spLocks noGrp="1" noChangeArrowheads="1"/>
          </p:cNvSpPr>
          <p:nvPr>
            <p:ph idx="1"/>
          </p:nvPr>
        </p:nvSpPr>
        <p:spPr bwMode="auto">
          <a:xfrm>
            <a:off x="830950" y="1076152"/>
            <a:ext cx="10777576"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Amazon is performing well but should continue focusing on maintaining its competitive advantage and customer satisfaction.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Identifying and rewarding high-value customers with targeted benefits can help improve customer loyalty.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Using data analytics and customer feedback can support continuous improvement and enhance the shopping experience.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Expanding Prime membership benefits and offering personalized deals can help attract and retain customers.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small percentage of customers and certain product categories contribute to the majority of total sales.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Higher revenue in May and June, along with strong-performing regions and categories, highlights good opportunities for targeted campaigns and future growth.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356414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1467</TotalTime>
  <Words>749</Words>
  <Application>Microsoft Office PowerPoint</Application>
  <PresentationFormat>Widescreen</PresentationFormat>
  <Paragraphs>95</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Bookman Old Style</vt:lpstr>
      <vt:lpstr>Calibri</vt:lpstr>
      <vt:lpstr>Calibri Light</vt:lpstr>
      <vt:lpstr>Palatino Linotype</vt:lpstr>
      <vt:lpstr>Times New Roman</vt:lpstr>
      <vt:lpstr>Office Theme</vt:lpstr>
      <vt:lpstr>Amazon E-Commerce Performance Analysis</vt:lpstr>
      <vt:lpstr>Introduction</vt:lpstr>
      <vt:lpstr>PROBLEM STATEMENT</vt:lpstr>
      <vt:lpstr>Data Overview</vt:lpstr>
      <vt:lpstr>Tools &amp; Analysis Focus</vt:lpstr>
      <vt:lpstr>APPROACH</vt:lpstr>
      <vt:lpstr>KEY PERFORMING INDICATORS</vt:lpstr>
      <vt:lpstr>Revenue Distribution Analysis </vt:lpstr>
      <vt:lpstr>Periodic And Geographical Analysis</vt:lpstr>
      <vt:lpstr>Product Analysis</vt:lpstr>
      <vt:lpstr>Customer Satisfaction Analysis</vt:lpstr>
      <vt:lpstr>Report – Main Tab</vt:lpstr>
      <vt:lpstr>Product Tab</vt:lpstr>
      <vt:lpstr>Individual Product Tab</vt:lpstr>
      <vt:lpstr>Recommendation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E-Commerce Performance Analysis</dc:title>
  <dc:creator>SAKET</dc:creator>
  <cp:lastModifiedBy>PRITAM JHA</cp:lastModifiedBy>
  <cp:revision>7</cp:revision>
  <dcterms:created xsi:type="dcterms:W3CDTF">2025-01-05T08:15:01Z</dcterms:created>
  <dcterms:modified xsi:type="dcterms:W3CDTF">2026-09-26T06:11:27Z</dcterms:modified>
</cp:coreProperties>
</file>